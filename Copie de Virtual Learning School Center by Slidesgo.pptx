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Quicksand"/>
      <p:regular r:id="rId11"/>
      <p:bold r:id="rId12"/>
    </p:embeddedFont>
    <p:embeddedFont>
      <p:font typeface="DM Sans SemiBold"/>
      <p:regular r:id="rId13"/>
      <p:bold r:id="rId14"/>
      <p:italic r:id="rId15"/>
      <p:boldItalic r:id="rId16"/>
    </p:embeddedFont>
    <p:embeddedFont>
      <p:font typeface="DM Sans"/>
      <p:regular r:id="rId17"/>
      <p:bold r:id="rId18"/>
      <p:italic r:id="rId19"/>
      <p:boldItalic r:id="rId20"/>
    </p:embeddedFont>
    <p:embeddedFont>
      <p:font typeface="Merriweather"/>
      <p:regular r:id="rId21"/>
      <p:bold r:id="rId22"/>
      <p:italic r:id="rId23"/>
      <p:boldItalic r:id="rId24"/>
    </p:embeddedFont>
    <p:embeddedFont>
      <p:font typeface="Quicksand Medium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22" Type="http://schemas.openxmlformats.org/officeDocument/2006/relationships/font" Target="fonts/Merriweather-bold.fntdata"/><Relationship Id="rId21" Type="http://schemas.openxmlformats.org/officeDocument/2006/relationships/font" Target="fonts/Merriweather-regular.fntdata"/><Relationship Id="rId24" Type="http://schemas.openxmlformats.org/officeDocument/2006/relationships/font" Target="fonts/Merriweather-boldItalic.fntdata"/><Relationship Id="rId23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QuicksandMedium-bold.fntdata"/><Relationship Id="rId25" Type="http://schemas.openxmlformats.org/officeDocument/2006/relationships/font" Target="fonts/QuicksandMedium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Quicksand-regular.fntdata"/><Relationship Id="rId10" Type="http://schemas.openxmlformats.org/officeDocument/2006/relationships/slide" Target="slides/slide6.xml"/><Relationship Id="rId13" Type="http://schemas.openxmlformats.org/officeDocument/2006/relationships/font" Target="fonts/DMSansSemiBold-regular.fntdata"/><Relationship Id="rId12" Type="http://schemas.openxmlformats.org/officeDocument/2006/relationships/font" Target="fonts/Quicksand-bold.fntdata"/><Relationship Id="rId15" Type="http://schemas.openxmlformats.org/officeDocument/2006/relationships/font" Target="fonts/DMSansSemiBold-italic.fntdata"/><Relationship Id="rId14" Type="http://schemas.openxmlformats.org/officeDocument/2006/relationships/font" Target="fonts/DMSansSemiBold-bold.fntdata"/><Relationship Id="rId17" Type="http://schemas.openxmlformats.org/officeDocument/2006/relationships/font" Target="fonts/DMSans-regular.fntdata"/><Relationship Id="rId16" Type="http://schemas.openxmlformats.org/officeDocument/2006/relationships/font" Target="fonts/DMSansSemiBold-boldItalic.fntdata"/><Relationship Id="rId19" Type="http://schemas.openxmlformats.org/officeDocument/2006/relationships/font" Target="fonts/DMSans-italic.fntdata"/><Relationship Id="rId18" Type="http://schemas.openxmlformats.org/officeDocument/2006/relationships/font" Target="fonts/DM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571f04cf94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571f04cf94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2e478d988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12e478d988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c9722e16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c9722e16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ec9722e163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ec9722e16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1336c2bb6c6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1336c2bb6c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10" name="Google Shape;10;p2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713225" y="1141198"/>
            <a:ext cx="5712300" cy="167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713225" y="3160075"/>
            <a:ext cx="4109700" cy="449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20" name="Google Shape;20;p3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" name="Google Shape;22;p3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713225" y="2006282"/>
            <a:ext cx="3696900" cy="13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3"/>
          <p:cNvSpPr txBox="1"/>
          <p:nvPr>
            <p:ph hasCustomPrompt="1" idx="2" type="title"/>
          </p:nvPr>
        </p:nvSpPr>
        <p:spPr>
          <a:xfrm>
            <a:off x="713225" y="1213550"/>
            <a:ext cx="1194000" cy="92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713225" y="3575050"/>
            <a:ext cx="36969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4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31" name="Google Shape;31;p4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" name="Google Shape;33;p4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34" name="Google Shape;34;p4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720000" y="1278025"/>
            <a:ext cx="7704000" cy="14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5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41" name="Google Shape;41;p5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5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5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" name="Google Shape;47;p5"/>
          <p:cNvSpPr txBox="1"/>
          <p:nvPr>
            <p:ph idx="1" type="subTitle"/>
          </p:nvPr>
        </p:nvSpPr>
        <p:spPr>
          <a:xfrm>
            <a:off x="4936775" y="3657650"/>
            <a:ext cx="27426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2" type="subTitle"/>
          </p:nvPr>
        </p:nvSpPr>
        <p:spPr>
          <a:xfrm>
            <a:off x="1464625" y="3657650"/>
            <a:ext cx="27426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3" type="subTitle"/>
          </p:nvPr>
        </p:nvSpPr>
        <p:spPr>
          <a:xfrm>
            <a:off x="4936775" y="3303950"/>
            <a:ext cx="27426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4" type="subTitle"/>
          </p:nvPr>
        </p:nvSpPr>
        <p:spPr>
          <a:xfrm>
            <a:off x="1464625" y="3303950"/>
            <a:ext cx="27426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6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54" name="Google Shape;54;p6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" name="Google Shape;56;p6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57" name="Google Shape;57;p6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6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6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1" name="Google Shape;61;p6"/>
          <p:cNvGrpSpPr/>
          <p:nvPr/>
        </p:nvGrpSpPr>
        <p:grpSpPr>
          <a:xfrm rot="-5400000">
            <a:off x="8317389" y="4354342"/>
            <a:ext cx="315666" cy="279859"/>
            <a:chOff x="668189" y="4388392"/>
            <a:chExt cx="315666" cy="279859"/>
          </a:xfrm>
        </p:grpSpPr>
        <p:sp>
          <p:nvSpPr>
            <p:cNvPr id="62" name="Google Shape;62;p6"/>
            <p:cNvSpPr/>
            <p:nvPr/>
          </p:nvSpPr>
          <p:spPr>
            <a:xfrm flipH="1">
              <a:off x="864810" y="4388392"/>
              <a:ext cx="119045" cy="119346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flipH="1">
              <a:off x="668189" y="4402925"/>
              <a:ext cx="90072" cy="90300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 flipH="1">
              <a:off x="713225" y="4548900"/>
              <a:ext cx="119050" cy="119351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6"/>
          <p:cNvSpPr/>
          <p:nvPr/>
        </p:nvSpPr>
        <p:spPr>
          <a:xfrm flipH="1">
            <a:off x="8615156" y="4243147"/>
            <a:ext cx="93236" cy="93300"/>
          </a:xfrm>
          <a:custGeom>
            <a:rect b="b" l="l" r="r" t="t"/>
            <a:pathLst>
              <a:path extrusionOk="0" fill="none" h="1466" w="1465">
                <a:moveTo>
                  <a:pt x="1464" y="731"/>
                </a:moveTo>
                <a:cubicBezTo>
                  <a:pt x="1464" y="328"/>
                  <a:pt x="1137" y="1"/>
                  <a:pt x="730" y="1"/>
                </a:cubicBezTo>
                <a:cubicBezTo>
                  <a:pt x="327" y="1"/>
                  <a:pt x="0" y="328"/>
                  <a:pt x="0" y="731"/>
                </a:cubicBezTo>
                <a:cubicBezTo>
                  <a:pt x="0" y="1138"/>
                  <a:pt x="327" y="1465"/>
                  <a:pt x="730" y="1465"/>
                </a:cubicBezTo>
                <a:cubicBezTo>
                  <a:pt x="1137" y="1465"/>
                  <a:pt x="1464" y="1138"/>
                  <a:pt x="1464" y="731"/>
                </a:cubicBezTo>
                <a:close/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miter lim="473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68" name="Google Shape;68;p7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" name="Google Shape;70;p7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71" name="Google Shape;71;p7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7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7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4688904" y="1743825"/>
            <a:ext cx="3408000" cy="19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13225" y="1743825"/>
            <a:ext cx="3408000" cy="19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7" name="Google Shape;77;p7"/>
          <p:cNvGrpSpPr/>
          <p:nvPr/>
        </p:nvGrpSpPr>
        <p:grpSpPr>
          <a:xfrm>
            <a:off x="554409" y="1439177"/>
            <a:ext cx="8035190" cy="2941732"/>
            <a:chOff x="554409" y="1439177"/>
            <a:chExt cx="8035190" cy="2941732"/>
          </a:xfrm>
        </p:grpSpPr>
        <p:grpSp>
          <p:nvGrpSpPr>
            <p:cNvPr id="78" name="Google Shape;78;p7"/>
            <p:cNvGrpSpPr/>
            <p:nvPr/>
          </p:nvGrpSpPr>
          <p:grpSpPr>
            <a:xfrm>
              <a:off x="8271959" y="1439177"/>
              <a:ext cx="317640" cy="304657"/>
              <a:chOff x="4572071" y="3440327"/>
              <a:chExt cx="317640" cy="304657"/>
            </a:xfrm>
          </p:grpSpPr>
          <p:sp>
            <p:nvSpPr>
              <p:cNvPr id="79" name="Google Shape;79;p7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7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7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7"/>
            <p:cNvGrpSpPr/>
            <p:nvPr/>
          </p:nvGrpSpPr>
          <p:grpSpPr>
            <a:xfrm>
              <a:off x="554409" y="4076252"/>
              <a:ext cx="317640" cy="304657"/>
              <a:chOff x="4572071" y="3440327"/>
              <a:chExt cx="317640" cy="304657"/>
            </a:xfrm>
          </p:grpSpPr>
          <p:sp>
            <p:nvSpPr>
              <p:cNvPr id="83" name="Google Shape;83;p7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7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7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6" name="Google Shape;86;p7"/>
          <p:cNvGrpSpPr/>
          <p:nvPr/>
        </p:nvGrpSpPr>
        <p:grpSpPr>
          <a:xfrm>
            <a:off x="1184188" y="2015727"/>
            <a:ext cx="7498954" cy="2639461"/>
            <a:chOff x="1184188" y="2015727"/>
            <a:chExt cx="7498954" cy="2639461"/>
          </a:xfrm>
        </p:grpSpPr>
        <p:sp>
          <p:nvSpPr>
            <p:cNvPr id="87" name="Google Shape;87;p7"/>
            <p:cNvSpPr/>
            <p:nvPr/>
          </p:nvSpPr>
          <p:spPr>
            <a:xfrm flipH="1">
              <a:off x="8589588" y="2015727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 flipH="1">
              <a:off x="1184188" y="4561952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8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91" name="Google Shape;91;p8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" name="Google Shape;93;p8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94" name="Google Shape;94;p8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8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7" name="Google Shape;97;p8"/>
          <p:cNvSpPr txBox="1"/>
          <p:nvPr>
            <p:ph type="title"/>
          </p:nvPr>
        </p:nvSpPr>
        <p:spPr>
          <a:xfrm>
            <a:off x="1146750" y="799650"/>
            <a:ext cx="6850500" cy="10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9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100" name="Google Shape;100;p9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" name="Google Shape;102;p9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103" name="Google Shape;103;p9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9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9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6" name="Google Shape;106;p9"/>
          <p:cNvSpPr txBox="1"/>
          <p:nvPr>
            <p:ph idx="1" type="subTitle"/>
          </p:nvPr>
        </p:nvSpPr>
        <p:spPr>
          <a:xfrm>
            <a:off x="713225" y="1754423"/>
            <a:ext cx="3810600" cy="21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/>
          <p:nvPr>
            <p:ph idx="2" type="pic"/>
          </p:nvPr>
        </p:nvSpPr>
        <p:spPr>
          <a:xfrm>
            <a:off x="-75" y="-1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0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11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113" name="Google Shape;113;p11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" name="Google Shape;115;p11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116" name="Google Shape;116;p11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1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1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713225" y="1753038"/>
            <a:ext cx="4626600" cy="106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subTitle"/>
          </p:nvPr>
        </p:nvSpPr>
        <p:spPr>
          <a:xfrm>
            <a:off x="713225" y="2893363"/>
            <a:ext cx="46266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21" name="Google Shape;121;p11"/>
          <p:cNvGrpSpPr/>
          <p:nvPr/>
        </p:nvGrpSpPr>
        <p:grpSpPr>
          <a:xfrm rot="-5400000">
            <a:off x="631889" y="3850667"/>
            <a:ext cx="315666" cy="279859"/>
            <a:chOff x="668189" y="4388392"/>
            <a:chExt cx="315666" cy="279859"/>
          </a:xfrm>
        </p:grpSpPr>
        <p:sp>
          <p:nvSpPr>
            <p:cNvPr id="122" name="Google Shape;122;p11"/>
            <p:cNvSpPr/>
            <p:nvPr/>
          </p:nvSpPr>
          <p:spPr>
            <a:xfrm flipH="1">
              <a:off x="864810" y="4388392"/>
              <a:ext cx="119045" cy="119346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668189" y="4402925"/>
              <a:ext cx="90072" cy="90300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713225" y="4548900"/>
              <a:ext cx="119050" cy="119351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3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128" name="Google Shape;128;p13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0" name="Google Shape;130;p13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131" name="Google Shape;131;p13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4" name="Google Shape;134;p13"/>
          <p:cNvSpPr txBox="1"/>
          <p:nvPr>
            <p:ph idx="1" type="subTitle"/>
          </p:nvPr>
        </p:nvSpPr>
        <p:spPr>
          <a:xfrm>
            <a:off x="1464176" y="2110400"/>
            <a:ext cx="30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idx="2" type="subTitle"/>
          </p:nvPr>
        </p:nvSpPr>
        <p:spPr>
          <a:xfrm>
            <a:off x="1464176" y="3539075"/>
            <a:ext cx="30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3" type="subTitle"/>
          </p:nvPr>
        </p:nvSpPr>
        <p:spPr>
          <a:xfrm>
            <a:off x="5318125" y="3539025"/>
            <a:ext cx="30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4" type="subTitle"/>
          </p:nvPr>
        </p:nvSpPr>
        <p:spPr>
          <a:xfrm>
            <a:off x="5318125" y="2110400"/>
            <a:ext cx="30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hasCustomPrompt="1" type="title"/>
          </p:nvPr>
        </p:nvSpPr>
        <p:spPr>
          <a:xfrm>
            <a:off x="706075" y="1662800"/>
            <a:ext cx="758100" cy="53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hasCustomPrompt="1" idx="5" type="title"/>
          </p:nvPr>
        </p:nvSpPr>
        <p:spPr>
          <a:xfrm>
            <a:off x="4560776" y="3086900"/>
            <a:ext cx="758100" cy="53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/>
          <p:nvPr>
            <p:ph hasCustomPrompt="1" idx="6" type="title"/>
          </p:nvPr>
        </p:nvSpPr>
        <p:spPr>
          <a:xfrm>
            <a:off x="706075" y="3086901"/>
            <a:ext cx="758100" cy="53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/>
          <p:nvPr>
            <p:ph hasCustomPrompt="1" idx="7" type="title"/>
          </p:nvPr>
        </p:nvSpPr>
        <p:spPr>
          <a:xfrm>
            <a:off x="4560775" y="1662800"/>
            <a:ext cx="758100" cy="53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icksand"/>
              <a:buNone/>
              <a:defRPr sz="3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1464175" y="1662800"/>
            <a:ext cx="3006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1464175" y="3086926"/>
            <a:ext cx="3006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5318230" y="3086900"/>
            <a:ext cx="3006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5" name="Google Shape;145;p13"/>
          <p:cNvSpPr txBox="1"/>
          <p:nvPr>
            <p:ph idx="14" type="subTitle"/>
          </p:nvPr>
        </p:nvSpPr>
        <p:spPr>
          <a:xfrm>
            <a:off x="5318230" y="1662800"/>
            <a:ext cx="3006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6" name="Google Shape;146;p13"/>
          <p:cNvSpPr txBox="1"/>
          <p:nvPr>
            <p:ph idx="15"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147" name="Google Shape;147;p13"/>
          <p:cNvGrpSpPr/>
          <p:nvPr/>
        </p:nvGrpSpPr>
        <p:grpSpPr>
          <a:xfrm>
            <a:off x="8271959" y="4303927"/>
            <a:ext cx="317640" cy="304657"/>
            <a:chOff x="4572071" y="3440327"/>
            <a:chExt cx="317640" cy="304657"/>
          </a:xfrm>
        </p:grpSpPr>
        <p:sp>
          <p:nvSpPr>
            <p:cNvPr id="148" name="Google Shape;148;p13"/>
            <p:cNvSpPr/>
            <p:nvPr/>
          </p:nvSpPr>
          <p:spPr>
            <a:xfrm flipH="1">
              <a:off x="4594982" y="3440327"/>
              <a:ext cx="64279" cy="64597"/>
            </a:xfrm>
            <a:custGeom>
              <a:rect b="b" l="l" r="r" t="t"/>
              <a:pathLst>
                <a:path extrusionOk="0" h="1015" w="1010">
                  <a:moveTo>
                    <a:pt x="507" y="0"/>
                  </a:moveTo>
                  <a:cubicBezTo>
                    <a:pt x="412" y="337"/>
                    <a:pt x="337" y="412"/>
                    <a:pt x="0" y="507"/>
                  </a:cubicBezTo>
                  <a:cubicBezTo>
                    <a:pt x="337" y="602"/>
                    <a:pt x="412" y="678"/>
                    <a:pt x="507" y="1014"/>
                  </a:cubicBezTo>
                  <a:cubicBezTo>
                    <a:pt x="597" y="678"/>
                    <a:pt x="673" y="602"/>
                    <a:pt x="1009" y="507"/>
                  </a:cubicBezTo>
                  <a:cubicBezTo>
                    <a:pt x="673" y="412"/>
                    <a:pt x="597" y="341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 flipH="1">
              <a:off x="4572071" y="3618844"/>
              <a:ext cx="125821" cy="126139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 flipH="1">
              <a:off x="4791638" y="3520835"/>
              <a:ext cx="98073" cy="98073"/>
            </a:xfrm>
            <a:custGeom>
              <a:rect b="b" l="l" r="r" t="t"/>
              <a:pathLst>
                <a:path extrusionOk="0" h="1541" w="1541">
                  <a:moveTo>
                    <a:pt x="768" y="0"/>
                  </a:moveTo>
                  <a:cubicBezTo>
                    <a:pt x="626" y="517"/>
                    <a:pt x="512" y="631"/>
                    <a:pt x="1" y="773"/>
                  </a:cubicBezTo>
                  <a:cubicBezTo>
                    <a:pt x="512" y="915"/>
                    <a:pt x="626" y="1029"/>
                    <a:pt x="768" y="1541"/>
                  </a:cubicBezTo>
                  <a:cubicBezTo>
                    <a:pt x="910" y="1029"/>
                    <a:pt x="1024" y="915"/>
                    <a:pt x="1541" y="773"/>
                  </a:cubicBezTo>
                  <a:cubicBezTo>
                    <a:pt x="1029" y="631"/>
                    <a:pt x="910" y="517"/>
                    <a:pt x="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" name="Google Shape;151;p13"/>
          <p:cNvGrpSpPr/>
          <p:nvPr/>
        </p:nvGrpSpPr>
        <p:grpSpPr>
          <a:xfrm>
            <a:off x="666438" y="1329089"/>
            <a:ext cx="7811104" cy="2974836"/>
            <a:chOff x="666438" y="1329089"/>
            <a:chExt cx="7811104" cy="2974836"/>
          </a:xfrm>
        </p:grpSpPr>
        <p:sp>
          <p:nvSpPr>
            <p:cNvPr id="152" name="Google Shape;152;p13"/>
            <p:cNvSpPr/>
            <p:nvPr/>
          </p:nvSpPr>
          <p:spPr>
            <a:xfrm flipH="1">
              <a:off x="666438" y="4210689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 flipH="1">
              <a:off x="8383988" y="1329089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4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156" name="Google Shape;156;p14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" name="Google Shape;158;p14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159" name="Google Shape;159;p14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4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4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2" name="Google Shape;162;p14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63" name="Google Shape;163;p14"/>
          <p:cNvGrpSpPr/>
          <p:nvPr/>
        </p:nvGrpSpPr>
        <p:grpSpPr>
          <a:xfrm>
            <a:off x="1193163" y="1252789"/>
            <a:ext cx="7464329" cy="3449024"/>
            <a:chOff x="1193163" y="1252789"/>
            <a:chExt cx="7464329" cy="3449024"/>
          </a:xfrm>
        </p:grpSpPr>
        <p:sp>
          <p:nvSpPr>
            <p:cNvPr id="164" name="Google Shape;164;p14"/>
            <p:cNvSpPr/>
            <p:nvPr/>
          </p:nvSpPr>
          <p:spPr>
            <a:xfrm flipH="1">
              <a:off x="1193163" y="4608577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 flipH="1">
              <a:off x="8563938" y="1252789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14"/>
          <p:cNvGrpSpPr/>
          <p:nvPr/>
        </p:nvGrpSpPr>
        <p:grpSpPr>
          <a:xfrm>
            <a:off x="554409" y="1660427"/>
            <a:ext cx="8187240" cy="2948157"/>
            <a:chOff x="554409" y="1660427"/>
            <a:chExt cx="8187240" cy="2948157"/>
          </a:xfrm>
        </p:grpSpPr>
        <p:grpSp>
          <p:nvGrpSpPr>
            <p:cNvPr id="167" name="Google Shape;167;p14"/>
            <p:cNvGrpSpPr/>
            <p:nvPr/>
          </p:nvGrpSpPr>
          <p:grpSpPr>
            <a:xfrm>
              <a:off x="554409" y="4303927"/>
              <a:ext cx="317640" cy="304657"/>
              <a:chOff x="4572071" y="3440327"/>
              <a:chExt cx="317640" cy="304657"/>
            </a:xfrm>
          </p:grpSpPr>
          <p:sp>
            <p:nvSpPr>
              <p:cNvPr id="168" name="Google Shape;168;p14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4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4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14"/>
            <p:cNvGrpSpPr/>
            <p:nvPr/>
          </p:nvGrpSpPr>
          <p:grpSpPr>
            <a:xfrm>
              <a:off x="8424009" y="1660427"/>
              <a:ext cx="317640" cy="304657"/>
              <a:chOff x="4572071" y="3440327"/>
              <a:chExt cx="317640" cy="304657"/>
            </a:xfrm>
          </p:grpSpPr>
          <p:sp>
            <p:nvSpPr>
              <p:cNvPr id="172" name="Google Shape;172;p14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4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4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5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177" name="Google Shape;177;p15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9" name="Google Shape;179;p15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180" name="Google Shape;180;p15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5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5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3" name="Google Shape;183;p15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84" name="Google Shape;184;p15"/>
          <p:cNvGrpSpPr/>
          <p:nvPr/>
        </p:nvGrpSpPr>
        <p:grpSpPr>
          <a:xfrm>
            <a:off x="8430784" y="1879627"/>
            <a:ext cx="317640" cy="304657"/>
            <a:chOff x="4572071" y="3440327"/>
            <a:chExt cx="317640" cy="304657"/>
          </a:xfrm>
        </p:grpSpPr>
        <p:sp>
          <p:nvSpPr>
            <p:cNvPr id="185" name="Google Shape;185;p15"/>
            <p:cNvSpPr/>
            <p:nvPr/>
          </p:nvSpPr>
          <p:spPr>
            <a:xfrm flipH="1">
              <a:off x="4594982" y="3440327"/>
              <a:ext cx="64279" cy="64597"/>
            </a:xfrm>
            <a:custGeom>
              <a:rect b="b" l="l" r="r" t="t"/>
              <a:pathLst>
                <a:path extrusionOk="0" h="1015" w="1010">
                  <a:moveTo>
                    <a:pt x="507" y="0"/>
                  </a:moveTo>
                  <a:cubicBezTo>
                    <a:pt x="412" y="337"/>
                    <a:pt x="337" y="412"/>
                    <a:pt x="0" y="507"/>
                  </a:cubicBezTo>
                  <a:cubicBezTo>
                    <a:pt x="337" y="602"/>
                    <a:pt x="412" y="678"/>
                    <a:pt x="507" y="1014"/>
                  </a:cubicBezTo>
                  <a:cubicBezTo>
                    <a:pt x="597" y="678"/>
                    <a:pt x="673" y="602"/>
                    <a:pt x="1009" y="507"/>
                  </a:cubicBezTo>
                  <a:cubicBezTo>
                    <a:pt x="673" y="412"/>
                    <a:pt x="597" y="341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 flipH="1">
              <a:off x="4572071" y="3618844"/>
              <a:ext cx="125821" cy="126139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 flipH="1">
              <a:off x="4791638" y="3520835"/>
              <a:ext cx="98073" cy="98073"/>
            </a:xfrm>
            <a:custGeom>
              <a:rect b="b" l="l" r="r" t="t"/>
              <a:pathLst>
                <a:path extrusionOk="0" h="1541" w="1541">
                  <a:moveTo>
                    <a:pt x="768" y="0"/>
                  </a:moveTo>
                  <a:cubicBezTo>
                    <a:pt x="626" y="517"/>
                    <a:pt x="512" y="631"/>
                    <a:pt x="1" y="773"/>
                  </a:cubicBezTo>
                  <a:cubicBezTo>
                    <a:pt x="512" y="915"/>
                    <a:pt x="626" y="1029"/>
                    <a:pt x="768" y="1541"/>
                  </a:cubicBezTo>
                  <a:cubicBezTo>
                    <a:pt x="910" y="1029"/>
                    <a:pt x="1024" y="915"/>
                    <a:pt x="1541" y="773"/>
                  </a:cubicBezTo>
                  <a:cubicBezTo>
                    <a:pt x="1029" y="631"/>
                    <a:pt x="910" y="517"/>
                    <a:pt x="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" name="Google Shape;188;p15"/>
          <p:cNvGrpSpPr/>
          <p:nvPr/>
        </p:nvGrpSpPr>
        <p:grpSpPr>
          <a:xfrm>
            <a:off x="404088" y="1049077"/>
            <a:ext cx="8232279" cy="3606111"/>
            <a:chOff x="404088" y="1049077"/>
            <a:chExt cx="8232279" cy="3606111"/>
          </a:xfrm>
        </p:grpSpPr>
        <p:sp>
          <p:nvSpPr>
            <p:cNvPr id="189" name="Google Shape;189;p15"/>
            <p:cNvSpPr/>
            <p:nvPr/>
          </p:nvSpPr>
          <p:spPr>
            <a:xfrm flipH="1">
              <a:off x="8542813" y="1049077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 flipH="1">
              <a:off x="404088" y="4137252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 flipH="1">
              <a:off x="868863" y="4561952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6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194" name="Google Shape;194;p16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" name="Google Shape;196;p16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197" name="Google Shape;197;p16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6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6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0" name="Google Shape;200;p16"/>
          <p:cNvSpPr txBox="1"/>
          <p:nvPr>
            <p:ph type="title"/>
          </p:nvPr>
        </p:nvSpPr>
        <p:spPr>
          <a:xfrm>
            <a:off x="4689400" y="3655361"/>
            <a:ext cx="37413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1" name="Google Shape;201;p16"/>
          <p:cNvSpPr txBox="1"/>
          <p:nvPr>
            <p:ph idx="1" type="subTitle"/>
          </p:nvPr>
        </p:nvSpPr>
        <p:spPr>
          <a:xfrm>
            <a:off x="4689400" y="1252801"/>
            <a:ext cx="3741300" cy="229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02" name="Google Shape;202;p16"/>
          <p:cNvGrpSpPr/>
          <p:nvPr/>
        </p:nvGrpSpPr>
        <p:grpSpPr>
          <a:xfrm>
            <a:off x="8337709" y="904227"/>
            <a:ext cx="317640" cy="304657"/>
            <a:chOff x="4572071" y="3440327"/>
            <a:chExt cx="317640" cy="304657"/>
          </a:xfrm>
        </p:grpSpPr>
        <p:sp>
          <p:nvSpPr>
            <p:cNvPr id="203" name="Google Shape;203;p16"/>
            <p:cNvSpPr/>
            <p:nvPr/>
          </p:nvSpPr>
          <p:spPr>
            <a:xfrm flipH="1">
              <a:off x="4594982" y="3440327"/>
              <a:ext cx="64279" cy="64597"/>
            </a:xfrm>
            <a:custGeom>
              <a:rect b="b" l="l" r="r" t="t"/>
              <a:pathLst>
                <a:path extrusionOk="0" h="1015" w="1010">
                  <a:moveTo>
                    <a:pt x="507" y="0"/>
                  </a:moveTo>
                  <a:cubicBezTo>
                    <a:pt x="412" y="337"/>
                    <a:pt x="337" y="412"/>
                    <a:pt x="0" y="507"/>
                  </a:cubicBezTo>
                  <a:cubicBezTo>
                    <a:pt x="337" y="602"/>
                    <a:pt x="412" y="678"/>
                    <a:pt x="507" y="1014"/>
                  </a:cubicBezTo>
                  <a:cubicBezTo>
                    <a:pt x="597" y="678"/>
                    <a:pt x="673" y="602"/>
                    <a:pt x="1009" y="507"/>
                  </a:cubicBezTo>
                  <a:cubicBezTo>
                    <a:pt x="673" y="412"/>
                    <a:pt x="597" y="341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 flipH="1">
              <a:off x="4572071" y="3618844"/>
              <a:ext cx="125821" cy="126139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 flipH="1">
              <a:off x="4791638" y="3520835"/>
              <a:ext cx="98073" cy="98073"/>
            </a:xfrm>
            <a:custGeom>
              <a:rect b="b" l="l" r="r" t="t"/>
              <a:pathLst>
                <a:path extrusionOk="0" h="1541" w="1541">
                  <a:moveTo>
                    <a:pt x="768" y="0"/>
                  </a:moveTo>
                  <a:cubicBezTo>
                    <a:pt x="626" y="517"/>
                    <a:pt x="512" y="631"/>
                    <a:pt x="1" y="773"/>
                  </a:cubicBezTo>
                  <a:cubicBezTo>
                    <a:pt x="512" y="915"/>
                    <a:pt x="626" y="1029"/>
                    <a:pt x="768" y="1541"/>
                  </a:cubicBezTo>
                  <a:cubicBezTo>
                    <a:pt x="910" y="1029"/>
                    <a:pt x="1024" y="915"/>
                    <a:pt x="1541" y="773"/>
                  </a:cubicBezTo>
                  <a:cubicBezTo>
                    <a:pt x="1029" y="631"/>
                    <a:pt x="910" y="517"/>
                    <a:pt x="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0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7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208" name="Google Shape;208;p17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0" name="Google Shape;210;p17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211" name="Google Shape;211;p17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4" name="Google Shape;214;p17"/>
          <p:cNvSpPr txBox="1"/>
          <p:nvPr>
            <p:ph idx="1" type="subTitle"/>
          </p:nvPr>
        </p:nvSpPr>
        <p:spPr>
          <a:xfrm>
            <a:off x="937700" y="3739175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7"/>
          <p:cNvSpPr txBox="1"/>
          <p:nvPr>
            <p:ph idx="2" type="subTitle"/>
          </p:nvPr>
        </p:nvSpPr>
        <p:spPr>
          <a:xfrm>
            <a:off x="3484420" y="3739175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7"/>
          <p:cNvSpPr txBox="1"/>
          <p:nvPr>
            <p:ph idx="3" type="subTitle"/>
          </p:nvPr>
        </p:nvSpPr>
        <p:spPr>
          <a:xfrm>
            <a:off x="6031147" y="3739175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7"/>
          <p:cNvSpPr txBox="1"/>
          <p:nvPr>
            <p:ph hasCustomPrompt="1" type="title"/>
          </p:nvPr>
        </p:nvSpPr>
        <p:spPr>
          <a:xfrm>
            <a:off x="937700" y="1195450"/>
            <a:ext cx="217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t>xx%</a:t>
            </a:r>
          </a:p>
        </p:txBody>
      </p:sp>
      <p:sp>
        <p:nvSpPr>
          <p:cNvPr id="218" name="Google Shape;218;p17"/>
          <p:cNvSpPr txBox="1"/>
          <p:nvPr>
            <p:ph hasCustomPrompt="1" idx="4" type="title"/>
          </p:nvPr>
        </p:nvSpPr>
        <p:spPr>
          <a:xfrm>
            <a:off x="3484426" y="1195450"/>
            <a:ext cx="217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t>xx%</a:t>
            </a:r>
          </a:p>
        </p:txBody>
      </p:sp>
      <p:sp>
        <p:nvSpPr>
          <p:cNvPr id="219" name="Google Shape;219;p17"/>
          <p:cNvSpPr txBox="1"/>
          <p:nvPr>
            <p:ph hasCustomPrompt="1" idx="5" type="title"/>
          </p:nvPr>
        </p:nvSpPr>
        <p:spPr>
          <a:xfrm>
            <a:off x="6031150" y="1195450"/>
            <a:ext cx="217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Quicksand"/>
              <a:buNone/>
              <a:defRPr sz="3000"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17"/>
          <p:cNvSpPr txBox="1"/>
          <p:nvPr>
            <p:ph idx="6" type="subTitle"/>
          </p:nvPr>
        </p:nvSpPr>
        <p:spPr>
          <a:xfrm>
            <a:off x="937700" y="3309275"/>
            <a:ext cx="21753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1" name="Google Shape;221;p17"/>
          <p:cNvSpPr txBox="1"/>
          <p:nvPr>
            <p:ph idx="7" type="subTitle"/>
          </p:nvPr>
        </p:nvSpPr>
        <p:spPr>
          <a:xfrm>
            <a:off x="3484422" y="3309275"/>
            <a:ext cx="21753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2" name="Google Shape;222;p17"/>
          <p:cNvSpPr txBox="1"/>
          <p:nvPr>
            <p:ph idx="8" type="subTitle"/>
          </p:nvPr>
        </p:nvSpPr>
        <p:spPr>
          <a:xfrm>
            <a:off x="6031150" y="3309275"/>
            <a:ext cx="21753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3" name="Google Shape;223;p17"/>
          <p:cNvSpPr txBox="1"/>
          <p:nvPr>
            <p:ph idx="9"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224" name="Google Shape;224;p17"/>
          <p:cNvGrpSpPr/>
          <p:nvPr/>
        </p:nvGrpSpPr>
        <p:grpSpPr>
          <a:xfrm>
            <a:off x="554409" y="2024227"/>
            <a:ext cx="8035190" cy="1027632"/>
            <a:chOff x="554409" y="2024227"/>
            <a:chExt cx="8035190" cy="1027632"/>
          </a:xfrm>
        </p:grpSpPr>
        <p:grpSp>
          <p:nvGrpSpPr>
            <p:cNvPr id="225" name="Google Shape;225;p17"/>
            <p:cNvGrpSpPr/>
            <p:nvPr/>
          </p:nvGrpSpPr>
          <p:grpSpPr>
            <a:xfrm>
              <a:off x="554409" y="2747202"/>
              <a:ext cx="317640" cy="304657"/>
              <a:chOff x="4572071" y="3440327"/>
              <a:chExt cx="317640" cy="304657"/>
            </a:xfrm>
          </p:grpSpPr>
          <p:sp>
            <p:nvSpPr>
              <p:cNvPr id="226" name="Google Shape;226;p17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7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7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" name="Google Shape;229;p17"/>
            <p:cNvGrpSpPr/>
            <p:nvPr/>
          </p:nvGrpSpPr>
          <p:grpSpPr>
            <a:xfrm>
              <a:off x="8271959" y="2024227"/>
              <a:ext cx="317640" cy="304657"/>
              <a:chOff x="4572071" y="3440327"/>
              <a:chExt cx="317640" cy="304657"/>
            </a:xfrm>
          </p:grpSpPr>
          <p:sp>
            <p:nvSpPr>
              <p:cNvPr id="230" name="Google Shape;230;p17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7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7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3" name="Google Shape;233;p17"/>
          <p:cNvGrpSpPr/>
          <p:nvPr/>
        </p:nvGrpSpPr>
        <p:grpSpPr>
          <a:xfrm>
            <a:off x="472713" y="1674902"/>
            <a:ext cx="8198704" cy="1950936"/>
            <a:chOff x="472713" y="1674902"/>
            <a:chExt cx="8198704" cy="1950936"/>
          </a:xfrm>
        </p:grpSpPr>
        <p:sp>
          <p:nvSpPr>
            <p:cNvPr id="234" name="Google Shape;234;p17"/>
            <p:cNvSpPr/>
            <p:nvPr/>
          </p:nvSpPr>
          <p:spPr>
            <a:xfrm flipH="1">
              <a:off x="472713" y="3532602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7"/>
            <p:cNvSpPr/>
            <p:nvPr/>
          </p:nvSpPr>
          <p:spPr>
            <a:xfrm flipH="1">
              <a:off x="8577863" y="1674902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7"/>
            <p:cNvSpPr/>
            <p:nvPr/>
          </p:nvSpPr>
          <p:spPr>
            <a:xfrm flipH="1">
              <a:off x="8383988" y="2802777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8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239" name="Google Shape;239;p18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1" name="Google Shape;241;p18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242" name="Google Shape;242;p18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5" name="Google Shape;245;p18"/>
          <p:cNvSpPr txBox="1"/>
          <p:nvPr>
            <p:ph idx="1" type="subTitle"/>
          </p:nvPr>
        </p:nvSpPr>
        <p:spPr>
          <a:xfrm>
            <a:off x="4810334" y="2824300"/>
            <a:ext cx="2806800" cy="12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6" name="Google Shape;246;p18"/>
          <p:cNvSpPr txBox="1"/>
          <p:nvPr>
            <p:ph idx="2" type="subTitle"/>
          </p:nvPr>
        </p:nvSpPr>
        <p:spPr>
          <a:xfrm>
            <a:off x="1526876" y="2824300"/>
            <a:ext cx="2806800" cy="12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7" name="Google Shape;247;p18"/>
          <p:cNvSpPr txBox="1"/>
          <p:nvPr>
            <p:ph idx="3" type="subTitle"/>
          </p:nvPr>
        </p:nvSpPr>
        <p:spPr>
          <a:xfrm>
            <a:off x="4810335" y="2394400"/>
            <a:ext cx="28068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248" name="Google Shape;248;p18"/>
          <p:cNvSpPr txBox="1"/>
          <p:nvPr>
            <p:ph idx="4" type="subTitle"/>
          </p:nvPr>
        </p:nvSpPr>
        <p:spPr>
          <a:xfrm>
            <a:off x="1526865" y="2394400"/>
            <a:ext cx="28068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249" name="Google Shape;249;p18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250" name="Google Shape;250;p18"/>
          <p:cNvGrpSpPr/>
          <p:nvPr/>
        </p:nvGrpSpPr>
        <p:grpSpPr>
          <a:xfrm>
            <a:off x="626109" y="3005402"/>
            <a:ext cx="1050940" cy="1698982"/>
            <a:chOff x="626109" y="3005402"/>
            <a:chExt cx="1050940" cy="1698982"/>
          </a:xfrm>
        </p:grpSpPr>
        <p:grpSp>
          <p:nvGrpSpPr>
            <p:cNvPr id="251" name="Google Shape;251;p18"/>
            <p:cNvGrpSpPr/>
            <p:nvPr/>
          </p:nvGrpSpPr>
          <p:grpSpPr>
            <a:xfrm>
              <a:off x="626109" y="3005402"/>
              <a:ext cx="317640" cy="304657"/>
              <a:chOff x="4572071" y="3440327"/>
              <a:chExt cx="317640" cy="304657"/>
            </a:xfrm>
          </p:grpSpPr>
          <p:sp>
            <p:nvSpPr>
              <p:cNvPr id="252" name="Google Shape;252;p18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8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8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5" name="Google Shape;255;p18"/>
            <p:cNvGrpSpPr/>
            <p:nvPr/>
          </p:nvGrpSpPr>
          <p:grpSpPr>
            <a:xfrm>
              <a:off x="1359409" y="4399727"/>
              <a:ext cx="317640" cy="304657"/>
              <a:chOff x="4572071" y="3440327"/>
              <a:chExt cx="317640" cy="304657"/>
            </a:xfrm>
          </p:grpSpPr>
          <p:sp>
            <p:nvSpPr>
              <p:cNvPr id="256" name="Google Shape;256;p18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8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9" name="Google Shape;259;p18"/>
          <p:cNvSpPr/>
          <p:nvPr/>
        </p:nvSpPr>
        <p:spPr>
          <a:xfrm flipH="1">
            <a:off x="666438" y="4451827"/>
            <a:ext cx="93554" cy="93236"/>
          </a:xfrm>
          <a:custGeom>
            <a:rect b="b" l="l" r="r" t="t"/>
            <a:pathLst>
              <a:path extrusionOk="0" fill="none" h="1465" w="1470">
                <a:moveTo>
                  <a:pt x="1470" y="735"/>
                </a:moveTo>
                <a:cubicBezTo>
                  <a:pt x="1470" y="327"/>
                  <a:pt x="1138" y="0"/>
                  <a:pt x="735" y="0"/>
                </a:cubicBezTo>
                <a:cubicBezTo>
                  <a:pt x="332" y="0"/>
                  <a:pt x="1" y="327"/>
                  <a:pt x="1" y="735"/>
                </a:cubicBezTo>
                <a:cubicBezTo>
                  <a:pt x="1" y="1138"/>
                  <a:pt x="332" y="1465"/>
                  <a:pt x="735" y="1465"/>
                </a:cubicBezTo>
                <a:cubicBezTo>
                  <a:pt x="1138" y="1465"/>
                  <a:pt x="1470" y="1138"/>
                  <a:pt x="1470" y="735"/>
                </a:cubicBezTo>
                <a:close/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miter lim="473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9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262" name="Google Shape;262;p19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4" name="Google Shape;264;p19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265" name="Google Shape;265;p19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9"/>
          <p:cNvSpPr txBox="1"/>
          <p:nvPr>
            <p:ph idx="1" type="body"/>
          </p:nvPr>
        </p:nvSpPr>
        <p:spPr>
          <a:xfrm>
            <a:off x="720000" y="1278025"/>
            <a:ext cx="3818400" cy="33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" name="Google Shape;269;p19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0" name="Google Shape;270;p19"/>
          <p:cNvSpPr txBox="1"/>
          <p:nvPr>
            <p:ph idx="2" type="body"/>
          </p:nvPr>
        </p:nvSpPr>
        <p:spPr>
          <a:xfrm>
            <a:off x="4642048" y="1278025"/>
            <a:ext cx="3818400" cy="33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20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273" name="Google Shape;273;p20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5" name="Google Shape;275;p20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276" name="Google Shape;276;p20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0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0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9" name="Google Shape;279;p20"/>
          <p:cNvSpPr txBox="1"/>
          <p:nvPr>
            <p:ph idx="1" type="subTitle"/>
          </p:nvPr>
        </p:nvSpPr>
        <p:spPr>
          <a:xfrm>
            <a:off x="720000" y="2924725"/>
            <a:ext cx="22404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20"/>
          <p:cNvSpPr txBox="1"/>
          <p:nvPr>
            <p:ph idx="2" type="subTitle"/>
          </p:nvPr>
        </p:nvSpPr>
        <p:spPr>
          <a:xfrm>
            <a:off x="3342995" y="2924725"/>
            <a:ext cx="22404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0"/>
          <p:cNvSpPr txBox="1"/>
          <p:nvPr>
            <p:ph idx="3" type="subTitle"/>
          </p:nvPr>
        </p:nvSpPr>
        <p:spPr>
          <a:xfrm>
            <a:off x="5965997" y="2924725"/>
            <a:ext cx="22404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20"/>
          <p:cNvSpPr txBox="1"/>
          <p:nvPr>
            <p:ph idx="4" type="subTitle"/>
          </p:nvPr>
        </p:nvSpPr>
        <p:spPr>
          <a:xfrm>
            <a:off x="720000" y="2493925"/>
            <a:ext cx="2240400" cy="43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83" name="Google Shape;283;p20"/>
          <p:cNvSpPr txBox="1"/>
          <p:nvPr>
            <p:ph idx="5" type="subTitle"/>
          </p:nvPr>
        </p:nvSpPr>
        <p:spPr>
          <a:xfrm>
            <a:off x="3342996" y="2493925"/>
            <a:ext cx="2240400" cy="43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84" name="Google Shape;284;p20"/>
          <p:cNvSpPr txBox="1"/>
          <p:nvPr>
            <p:ph idx="6" type="subTitle"/>
          </p:nvPr>
        </p:nvSpPr>
        <p:spPr>
          <a:xfrm>
            <a:off x="5965999" y="2493925"/>
            <a:ext cx="2240400" cy="43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85" name="Google Shape;285;p20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286" name="Google Shape;286;p20"/>
          <p:cNvGrpSpPr/>
          <p:nvPr/>
        </p:nvGrpSpPr>
        <p:grpSpPr>
          <a:xfrm>
            <a:off x="1681384" y="2075852"/>
            <a:ext cx="7060265" cy="2609707"/>
            <a:chOff x="1681384" y="2075852"/>
            <a:chExt cx="7060265" cy="2609707"/>
          </a:xfrm>
        </p:grpSpPr>
        <p:grpSp>
          <p:nvGrpSpPr>
            <p:cNvPr id="287" name="Google Shape;287;p20"/>
            <p:cNvGrpSpPr/>
            <p:nvPr/>
          </p:nvGrpSpPr>
          <p:grpSpPr>
            <a:xfrm>
              <a:off x="1681384" y="4380902"/>
              <a:ext cx="317640" cy="304657"/>
              <a:chOff x="4572071" y="3440327"/>
              <a:chExt cx="317640" cy="304657"/>
            </a:xfrm>
          </p:grpSpPr>
          <p:sp>
            <p:nvSpPr>
              <p:cNvPr id="288" name="Google Shape;288;p20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0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0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1" name="Google Shape;291;p20"/>
            <p:cNvGrpSpPr/>
            <p:nvPr/>
          </p:nvGrpSpPr>
          <p:grpSpPr>
            <a:xfrm>
              <a:off x="8424009" y="2075852"/>
              <a:ext cx="317640" cy="304657"/>
              <a:chOff x="4572071" y="3440327"/>
              <a:chExt cx="317640" cy="304657"/>
            </a:xfrm>
          </p:grpSpPr>
          <p:sp>
            <p:nvSpPr>
              <p:cNvPr id="292" name="Google Shape;292;p20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0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0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5" name="Google Shape;295;p20"/>
          <p:cNvGrpSpPr/>
          <p:nvPr/>
        </p:nvGrpSpPr>
        <p:grpSpPr>
          <a:xfrm>
            <a:off x="8383988" y="1342427"/>
            <a:ext cx="293579" cy="3131711"/>
            <a:chOff x="8383988" y="1342427"/>
            <a:chExt cx="293579" cy="3131711"/>
          </a:xfrm>
        </p:grpSpPr>
        <p:sp>
          <p:nvSpPr>
            <p:cNvPr id="296" name="Google Shape;296;p20"/>
            <p:cNvSpPr/>
            <p:nvPr/>
          </p:nvSpPr>
          <p:spPr>
            <a:xfrm flipH="1">
              <a:off x="8383988" y="1342427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 flipH="1">
              <a:off x="8584013" y="4380902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21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300" name="Google Shape;300;p21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2" name="Google Shape;302;p21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303" name="Google Shape;303;p21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21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6" name="Google Shape;306;p21"/>
          <p:cNvSpPr txBox="1"/>
          <p:nvPr>
            <p:ph idx="1" type="subTitle"/>
          </p:nvPr>
        </p:nvSpPr>
        <p:spPr>
          <a:xfrm>
            <a:off x="2254506" y="2009472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21"/>
          <p:cNvSpPr txBox="1"/>
          <p:nvPr>
            <p:ph idx="2" type="subTitle"/>
          </p:nvPr>
        </p:nvSpPr>
        <p:spPr>
          <a:xfrm>
            <a:off x="5485010" y="2009472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21"/>
          <p:cNvSpPr txBox="1"/>
          <p:nvPr>
            <p:ph idx="3" type="subTitle"/>
          </p:nvPr>
        </p:nvSpPr>
        <p:spPr>
          <a:xfrm>
            <a:off x="2254506" y="3442872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1"/>
          <p:cNvSpPr txBox="1"/>
          <p:nvPr>
            <p:ph idx="4" type="subTitle"/>
          </p:nvPr>
        </p:nvSpPr>
        <p:spPr>
          <a:xfrm>
            <a:off x="5485010" y="3442872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21"/>
          <p:cNvSpPr txBox="1"/>
          <p:nvPr>
            <p:ph idx="5" type="subTitle"/>
          </p:nvPr>
        </p:nvSpPr>
        <p:spPr>
          <a:xfrm>
            <a:off x="2254503" y="1666100"/>
            <a:ext cx="1978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311" name="Google Shape;311;p21"/>
          <p:cNvSpPr txBox="1"/>
          <p:nvPr>
            <p:ph idx="6" type="subTitle"/>
          </p:nvPr>
        </p:nvSpPr>
        <p:spPr>
          <a:xfrm>
            <a:off x="5485004" y="1666100"/>
            <a:ext cx="1978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312" name="Google Shape;312;p21"/>
          <p:cNvSpPr txBox="1"/>
          <p:nvPr>
            <p:ph idx="7" type="subTitle"/>
          </p:nvPr>
        </p:nvSpPr>
        <p:spPr>
          <a:xfrm>
            <a:off x="2254503" y="3099500"/>
            <a:ext cx="1978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313" name="Google Shape;313;p21"/>
          <p:cNvSpPr txBox="1"/>
          <p:nvPr>
            <p:ph idx="8" type="subTitle"/>
          </p:nvPr>
        </p:nvSpPr>
        <p:spPr>
          <a:xfrm>
            <a:off x="5485004" y="3099500"/>
            <a:ext cx="1978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314" name="Google Shape;314;p21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315" name="Google Shape;315;p21"/>
          <p:cNvGrpSpPr/>
          <p:nvPr/>
        </p:nvGrpSpPr>
        <p:grpSpPr>
          <a:xfrm>
            <a:off x="608359" y="2886277"/>
            <a:ext cx="317640" cy="304657"/>
            <a:chOff x="4572071" y="3440327"/>
            <a:chExt cx="317640" cy="304657"/>
          </a:xfrm>
        </p:grpSpPr>
        <p:sp>
          <p:nvSpPr>
            <p:cNvPr id="316" name="Google Shape;316;p21"/>
            <p:cNvSpPr/>
            <p:nvPr/>
          </p:nvSpPr>
          <p:spPr>
            <a:xfrm flipH="1">
              <a:off x="4594982" y="3440327"/>
              <a:ext cx="64279" cy="64597"/>
            </a:xfrm>
            <a:custGeom>
              <a:rect b="b" l="l" r="r" t="t"/>
              <a:pathLst>
                <a:path extrusionOk="0" h="1015" w="1010">
                  <a:moveTo>
                    <a:pt x="507" y="0"/>
                  </a:moveTo>
                  <a:cubicBezTo>
                    <a:pt x="412" y="337"/>
                    <a:pt x="337" y="412"/>
                    <a:pt x="0" y="507"/>
                  </a:cubicBezTo>
                  <a:cubicBezTo>
                    <a:pt x="337" y="602"/>
                    <a:pt x="412" y="678"/>
                    <a:pt x="507" y="1014"/>
                  </a:cubicBezTo>
                  <a:cubicBezTo>
                    <a:pt x="597" y="678"/>
                    <a:pt x="673" y="602"/>
                    <a:pt x="1009" y="507"/>
                  </a:cubicBezTo>
                  <a:cubicBezTo>
                    <a:pt x="673" y="412"/>
                    <a:pt x="597" y="341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1"/>
            <p:cNvSpPr/>
            <p:nvPr/>
          </p:nvSpPr>
          <p:spPr>
            <a:xfrm flipH="1">
              <a:off x="4572071" y="3618844"/>
              <a:ext cx="125821" cy="126139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1"/>
            <p:cNvSpPr/>
            <p:nvPr/>
          </p:nvSpPr>
          <p:spPr>
            <a:xfrm flipH="1">
              <a:off x="4791638" y="3520835"/>
              <a:ext cx="98073" cy="98073"/>
            </a:xfrm>
            <a:custGeom>
              <a:rect b="b" l="l" r="r" t="t"/>
              <a:pathLst>
                <a:path extrusionOk="0" h="1541" w="1541">
                  <a:moveTo>
                    <a:pt x="768" y="0"/>
                  </a:moveTo>
                  <a:cubicBezTo>
                    <a:pt x="626" y="517"/>
                    <a:pt x="512" y="631"/>
                    <a:pt x="1" y="773"/>
                  </a:cubicBezTo>
                  <a:cubicBezTo>
                    <a:pt x="512" y="915"/>
                    <a:pt x="626" y="1029"/>
                    <a:pt x="768" y="1541"/>
                  </a:cubicBezTo>
                  <a:cubicBezTo>
                    <a:pt x="910" y="1029"/>
                    <a:pt x="1024" y="915"/>
                    <a:pt x="1541" y="773"/>
                  </a:cubicBezTo>
                  <a:cubicBezTo>
                    <a:pt x="1029" y="631"/>
                    <a:pt x="910" y="517"/>
                    <a:pt x="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" name="Google Shape;319;p21"/>
          <p:cNvGrpSpPr/>
          <p:nvPr/>
        </p:nvGrpSpPr>
        <p:grpSpPr>
          <a:xfrm>
            <a:off x="2207613" y="2886277"/>
            <a:ext cx="6316704" cy="1815536"/>
            <a:chOff x="2207613" y="2886277"/>
            <a:chExt cx="6316704" cy="1815536"/>
          </a:xfrm>
        </p:grpSpPr>
        <p:sp>
          <p:nvSpPr>
            <p:cNvPr id="320" name="Google Shape;320;p21"/>
            <p:cNvSpPr/>
            <p:nvPr/>
          </p:nvSpPr>
          <p:spPr>
            <a:xfrm flipH="1">
              <a:off x="2207613" y="4608577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1"/>
            <p:cNvSpPr/>
            <p:nvPr/>
          </p:nvSpPr>
          <p:spPr>
            <a:xfrm flipH="1">
              <a:off x="8430763" y="2886277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22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324" name="Google Shape;324;p22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6" name="Google Shape;326;p22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327" name="Google Shape;327;p22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22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2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30" name="Google Shape;330;p22"/>
          <p:cNvSpPr txBox="1"/>
          <p:nvPr>
            <p:ph idx="1" type="subTitle"/>
          </p:nvPr>
        </p:nvSpPr>
        <p:spPr>
          <a:xfrm>
            <a:off x="1003106" y="2206265"/>
            <a:ext cx="20421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22"/>
          <p:cNvSpPr txBox="1"/>
          <p:nvPr>
            <p:ph idx="2" type="subTitle"/>
          </p:nvPr>
        </p:nvSpPr>
        <p:spPr>
          <a:xfrm>
            <a:off x="3550947" y="2206265"/>
            <a:ext cx="20421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22"/>
          <p:cNvSpPr txBox="1"/>
          <p:nvPr>
            <p:ph idx="3" type="subTitle"/>
          </p:nvPr>
        </p:nvSpPr>
        <p:spPr>
          <a:xfrm>
            <a:off x="1003106" y="3893128"/>
            <a:ext cx="20421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22"/>
          <p:cNvSpPr txBox="1"/>
          <p:nvPr>
            <p:ph idx="4" type="subTitle"/>
          </p:nvPr>
        </p:nvSpPr>
        <p:spPr>
          <a:xfrm>
            <a:off x="3550947" y="3893128"/>
            <a:ext cx="20421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22"/>
          <p:cNvSpPr txBox="1"/>
          <p:nvPr>
            <p:ph idx="5" type="subTitle"/>
          </p:nvPr>
        </p:nvSpPr>
        <p:spPr>
          <a:xfrm>
            <a:off x="6098794" y="2206265"/>
            <a:ext cx="20421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22"/>
          <p:cNvSpPr txBox="1"/>
          <p:nvPr>
            <p:ph idx="6" type="subTitle"/>
          </p:nvPr>
        </p:nvSpPr>
        <p:spPr>
          <a:xfrm>
            <a:off x="6098794" y="3893128"/>
            <a:ext cx="20421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22"/>
          <p:cNvSpPr txBox="1"/>
          <p:nvPr>
            <p:ph idx="7" type="subTitle"/>
          </p:nvPr>
        </p:nvSpPr>
        <p:spPr>
          <a:xfrm>
            <a:off x="1003106" y="1855028"/>
            <a:ext cx="2042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337" name="Google Shape;337;p22"/>
          <p:cNvSpPr txBox="1"/>
          <p:nvPr>
            <p:ph idx="8" type="subTitle"/>
          </p:nvPr>
        </p:nvSpPr>
        <p:spPr>
          <a:xfrm>
            <a:off x="3550947" y="1855028"/>
            <a:ext cx="2042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338" name="Google Shape;338;p22"/>
          <p:cNvSpPr txBox="1"/>
          <p:nvPr>
            <p:ph idx="9" type="subTitle"/>
          </p:nvPr>
        </p:nvSpPr>
        <p:spPr>
          <a:xfrm>
            <a:off x="1003106" y="3543628"/>
            <a:ext cx="20421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339" name="Google Shape;339;p22"/>
          <p:cNvSpPr txBox="1"/>
          <p:nvPr>
            <p:ph idx="13" type="subTitle"/>
          </p:nvPr>
        </p:nvSpPr>
        <p:spPr>
          <a:xfrm>
            <a:off x="3550947" y="3543628"/>
            <a:ext cx="20421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340" name="Google Shape;340;p22"/>
          <p:cNvSpPr txBox="1"/>
          <p:nvPr>
            <p:ph idx="14" type="subTitle"/>
          </p:nvPr>
        </p:nvSpPr>
        <p:spPr>
          <a:xfrm>
            <a:off x="6098794" y="1855028"/>
            <a:ext cx="2042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341" name="Google Shape;341;p22"/>
          <p:cNvSpPr txBox="1"/>
          <p:nvPr>
            <p:ph idx="15" type="subTitle"/>
          </p:nvPr>
        </p:nvSpPr>
        <p:spPr>
          <a:xfrm>
            <a:off x="6098794" y="3543628"/>
            <a:ext cx="20421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Quicksand Medium"/>
              <a:buNone/>
              <a:defRPr sz="2200"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342" name="Google Shape;342;p22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Quicksand"/>
              <a:buNone/>
              <a:defRPr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43" name="Google Shape;343;p22"/>
          <p:cNvSpPr/>
          <p:nvPr/>
        </p:nvSpPr>
        <p:spPr>
          <a:xfrm flipH="1">
            <a:off x="8549238" y="2830277"/>
            <a:ext cx="93554" cy="93236"/>
          </a:xfrm>
          <a:custGeom>
            <a:rect b="b" l="l" r="r" t="t"/>
            <a:pathLst>
              <a:path extrusionOk="0" fill="none" h="1465" w="1470">
                <a:moveTo>
                  <a:pt x="1470" y="735"/>
                </a:moveTo>
                <a:cubicBezTo>
                  <a:pt x="1470" y="327"/>
                  <a:pt x="1138" y="0"/>
                  <a:pt x="735" y="0"/>
                </a:cubicBezTo>
                <a:cubicBezTo>
                  <a:pt x="332" y="0"/>
                  <a:pt x="1" y="327"/>
                  <a:pt x="1" y="735"/>
                </a:cubicBezTo>
                <a:cubicBezTo>
                  <a:pt x="1" y="1138"/>
                  <a:pt x="332" y="1465"/>
                  <a:pt x="735" y="1465"/>
                </a:cubicBezTo>
                <a:cubicBezTo>
                  <a:pt x="1138" y="1465"/>
                  <a:pt x="1470" y="1138"/>
                  <a:pt x="1470" y="735"/>
                </a:cubicBezTo>
                <a:close/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miter lim="473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4" name="Google Shape;344;p22"/>
          <p:cNvGrpSpPr/>
          <p:nvPr/>
        </p:nvGrpSpPr>
        <p:grpSpPr>
          <a:xfrm>
            <a:off x="373084" y="3065864"/>
            <a:ext cx="317640" cy="304657"/>
            <a:chOff x="4572071" y="3440327"/>
            <a:chExt cx="317640" cy="304657"/>
          </a:xfrm>
        </p:grpSpPr>
        <p:sp>
          <p:nvSpPr>
            <p:cNvPr id="345" name="Google Shape;345;p22"/>
            <p:cNvSpPr/>
            <p:nvPr/>
          </p:nvSpPr>
          <p:spPr>
            <a:xfrm flipH="1">
              <a:off x="4594982" y="3440327"/>
              <a:ext cx="64279" cy="64597"/>
            </a:xfrm>
            <a:custGeom>
              <a:rect b="b" l="l" r="r" t="t"/>
              <a:pathLst>
                <a:path extrusionOk="0" h="1015" w="1010">
                  <a:moveTo>
                    <a:pt x="507" y="0"/>
                  </a:moveTo>
                  <a:cubicBezTo>
                    <a:pt x="412" y="337"/>
                    <a:pt x="337" y="412"/>
                    <a:pt x="0" y="507"/>
                  </a:cubicBezTo>
                  <a:cubicBezTo>
                    <a:pt x="337" y="602"/>
                    <a:pt x="412" y="678"/>
                    <a:pt x="507" y="1014"/>
                  </a:cubicBezTo>
                  <a:cubicBezTo>
                    <a:pt x="597" y="678"/>
                    <a:pt x="673" y="602"/>
                    <a:pt x="1009" y="507"/>
                  </a:cubicBezTo>
                  <a:cubicBezTo>
                    <a:pt x="673" y="412"/>
                    <a:pt x="597" y="341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 flipH="1">
              <a:off x="4572071" y="3618844"/>
              <a:ext cx="125821" cy="126139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2"/>
            <p:cNvSpPr/>
            <p:nvPr/>
          </p:nvSpPr>
          <p:spPr>
            <a:xfrm flipH="1">
              <a:off x="4791638" y="3520835"/>
              <a:ext cx="98073" cy="98073"/>
            </a:xfrm>
            <a:custGeom>
              <a:rect b="b" l="l" r="r" t="t"/>
              <a:pathLst>
                <a:path extrusionOk="0" h="1541" w="1541">
                  <a:moveTo>
                    <a:pt x="768" y="0"/>
                  </a:moveTo>
                  <a:cubicBezTo>
                    <a:pt x="626" y="517"/>
                    <a:pt x="512" y="631"/>
                    <a:pt x="1" y="773"/>
                  </a:cubicBezTo>
                  <a:cubicBezTo>
                    <a:pt x="512" y="915"/>
                    <a:pt x="626" y="1029"/>
                    <a:pt x="768" y="1541"/>
                  </a:cubicBezTo>
                  <a:cubicBezTo>
                    <a:pt x="910" y="1029"/>
                    <a:pt x="1024" y="915"/>
                    <a:pt x="1541" y="773"/>
                  </a:cubicBezTo>
                  <a:cubicBezTo>
                    <a:pt x="1029" y="631"/>
                    <a:pt x="910" y="517"/>
                    <a:pt x="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_1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3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350" name="Google Shape;350;p23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3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2" name="Google Shape;352;p23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353" name="Google Shape;353;p23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3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3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6" name="Google Shape;356;p23"/>
          <p:cNvSpPr txBox="1"/>
          <p:nvPr>
            <p:ph type="title"/>
          </p:nvPr>
        </p:nvSpPr>
        <p:spPr>
          <a:xfrm>
            <a:off x="720000" y="1210588"/>
            <a:ext cx="3999300" cy="181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7" name="Google Shape;357;p23"/>
          <p:cNvSpPr txBox="1"/>
          <p:nvPr>
            <p:ph idx="1" type="subTitle"/>
          </p:nvPr>
        </p:nvSpPr>
        <p:spPr>
          <a:xfrm>
            <a:off x="720000" y="3029013"/>
            <a:ext cx="39993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23"/>
          <p:cNvSpPr/>
          <p:nvPr>
            <p:ph idx="2" type="pic"/>
          </p:nvPr>
        </p:nvSpPr>
        <p:spPr>
          <a:xfrm>
            <a:off x="5541625" y="986872"/>
            <a:ext cx="2263200" cy="3169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24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361" name="Google Shape;361;p24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4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3" name="Google Shape;363;p24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364" name="Google Shape;364;p24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4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4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7" name="Google Shape;367;p24"/>
          <p:cNvSpPr txBox="1"/>
          <p:nvPr>
            <p:ph type="title"/>
          </p:nvPr>
        </p:nvSpPr>
        <p:spPr>
          <a:xfrm>
            <a:off x="720000" y="1836500"/>
            <a:ext cx="37935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8" name="Google Shape;368;p24"/>
          <p:cNvSpPr txBox="1"/>
          <p:nvPr>
            <p:ph idx="1" type="subTitle"/>
          </p:nvPr>
        </p:nvSpPr>
        <p:spPr>
          <a:xfrm>
            <a:off x="720000" y="2501800"/>
            <a:ext cx="3793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25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371" name="Google Shape;371;p25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5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3" name="Google Shape;373;p25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374" name="Google Shape;374;p25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5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5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7" name="Google Shape;377;p25"/>
          <p:cNvSpPr txBox="1"/>
          <p:nvPr>
            <p:ph type="title"/>
          </p:nvPr>
        </p:nvSpPr>
        <p:spPr>
          <a:xfrm>
            <a:off x="4173975" y="555500"/>
            <a:ext cx="4151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8" name="Google Shape;378;p25"/>
          <p:cNvSpPr txBox="1"/>
          <p:nvPr>
            <p:ph idx="1" type="subTitle"/>
          </p:nvPr>
        </p:nvSpPr>
        <p:spPr>
          <a:xfrm>
            <a:off x="4279075" y="1780750"/>
            <a:ext cx="41517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25"/>
          <p:cNvSpPr txBox="1"/>
          <p:nvPr/>
        </p:nvSpPr>
        <p:spPr>
          <a:xfrm>
            <a:off x="4279200" y="3611950"/>
            <a:ext cx="41517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0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26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382" name="Google Shape;382;p26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4" name="Google Shape;384;p26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385" name="Google Shape;385;p26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6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6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8" name="Google Shape;388;p26"/>
          <p:cNvGrpSpPr/>
          <p:nvPr/>
        </p:nvGrpSpPr>
        <p:grpSpPr>
          <a:xfrm flipH="1">
            <a:off x="385984" y="2075852"/>
            <a:ext cx="7060265" cy="2609707"/>
            <a:chOff x="1681384" y="2075852"/>
            <a:chExt cx="7060265" cy="2609707"/>
          </a:xfrm>
        </p:grpSpPr>
        <p:grpSp>
          <p:nvGrpSpPr>
            <p:cNvPr id="389" name="Google Shape;389;p26"/>
            <p:cNvGrpSpPr/>
            <p:nvPr/>
          </p:nvGrpSpPr>
          <p:grpSpPr>
            <a:xfrm>
              <a:off x="1681384" y="4380902"/>
              <a:ext cx="317640" cy="304657"/>
              <a:chOff x="4572071" y="3440327"/>
              <a:chExt cx="317640" cy="304657"/>
            </a:xfrm>
          </p:grpSpPr>
          <p:sp>
            <p:nvSpPr>
              <p:cNvPr id="390" name="Google Shape;390;p26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6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6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26"/>
            <p:cNvGrpSpPr/>
            <p:nvPr/>
          </p:nvGrpSpPr>
          <p:grpSpPr>
            <a:xfrm>
              <a:off x="8424009" y="2075852"/>
              <a:ext cx="317640" cy="304657"/>
              <a:chOff x="4572071" y="3440327"/>
              <a:chExt cx="317640" cy="304657"/>
            </a:xfrm>
          </p:grpSpPr>
          <p:sp>
            <p:nvSpPr>
              <p:cNvPr id="394" name="Google Shape;394;p26"/>
              <p:cNvSpPr/>
              <p:nvPr/>
            </p:nvSpPr>
            <p:spPr>
              <a:xfrm flipH="1">
                <a:off x="4594982" y="344032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6"/>
              <p:cNvSpPr/>
              <p:nvPr/>
            </p:nvSpPr>
            <p:spPr>
              <a:xfrm flipH="1">
                <a:off x="4572071" y="361884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6"/>
              <p:cNvSpPr/>
              <p:nvPr/>
            </p:nvSpPr>
            <p:spPr>
              <a:xfrm flipH="1">
                <a:off x="4791638" y="352083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7" name="Google Shape;397;p26"/>
          <p:cNvGrpSpPr/>
          <p:nvPr/>
        </p:nvGrpSpPr>
        <p:grpSpPr>
          <a:xfrm flipH="1">
            <a:off x="450064" y="1342427"/>
            <a:ext cx="293579" cy="3131711"/>
            <a:chOff x="8383988" y="1342427"/>
            <a:chExt cx="293579" cy="3131711"/>
          </a:xfrm>
        </p:grpSpPr>
        <p:sp>
          <p:nvSpPr>
            <p:cNvPr id="398" name="Google Shape;398;p26"/>
            <p:cNvSpPr/>
            <p:nvPr/>
          </p:nvSpPr>
          <p:spPr>
            <a:xfrm flipH="1">
              <a:off x="8383988" y="1342427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6"/>
            <p:cNvSpPr/>
            <p:nvPr/>
          </p:nvSpPr>
          <p:spPr>
            <a:xfrm flipH="1">
              <a:off x="8584013" y="4380902"/>
              <a:ext cx="93554" cy="93236"/>
            </a:xfrm>
            <a:custGeom>
              <a:rect b="b" l="l" r="r" t="t"/>
              <a:pathLst>
                <a:path extrusionOk="0" fill="none" h="1465" w="1470">
                  <a:moveTo>
                    <a:pt x="1470" y="735"/>
                  </a:moveTo>
                  <a:cubicBezTo>
                    <a:pt x="1470" y="327"/>
                    <a:pt x="1138" y="0"/>
                    <a:pt x="735" y="0"/>
                  </a:cubicBezTo>
                  <a:cubicBezTo>
                    <a:pt x="332" y="0"/>
                    <a:pt x="1" y="327"/>
                    <a:pt x="1" y="735"/>
                  </a:cubicBezTo>
                  <a:cubicBezTo>
                    <a:pt x="1" y="1138"/>
                    <a:pt x="332" y="1465"/>
                    <a:pt x="735" y="1465"/>
                  </a:cubicBezTo>
                  <a:cubicBezTo>
                    <a:pt x="1138" y="1465"/>
                    <a:pt x="1470" y="1138"/>
                    <a:pt x="1470" y="73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27"/>
          <p:cNvGrpSpPr/>
          <p:nvPr/>
        </p:nvGrpSpPr>
        <p:grpSpPr>
          <a:xfrm>
            <a:off x="259763" y="267900"/>
            <a:ext cx="8624475" cy="4607700"/>
            <a:chOff x="259763" y="267900"/>
            <a:chExt cx="8624475" cy="4607700"/>
          </a:xfrm>
        </p:grpSpPr>
        <p:sp>
          <p:nvSpPr>
            <p:cNvPr id="402" name="Google Shape;402;p27"/>
            <p:cNvSpPr/>
            <p:nvPr/>
          </p:nvSpPr>
          <p:spPr>
            <a:xfrm>
              <a:off x="259838" y="267900"/>
              <a:ext cx="8624400" cy="4607700"/>
            </a:xfrm>
            <a:prstGeom prst="roundRect">
              <a:avLst>
                <a:gd fmla="val 3043" name="adj"/>
              </a:avLst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259763" y="267900"/>
              <a:ext cx="8624400" cy="287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4" name="Google Shape;404;p27"/>
            <p:cNvGrpSpPr/>
            <p:nvPr/>
          </p:nvGrpSpPr>
          <p:grpSpPr>
            <a:xfrm>
              <a:off x="470775" y="380625"/>
              <a:ext cx="454700" cy="90300"/>
              <a:chOff x="470775" y="380625"/>
              <a:chExt cx="454700" cy="90300"/>
            </a:xfrm>
          </p:grpSpPr>
          <p:sp>
            <p:nvSpPr>
              <p:cNvPr id="405" name="Google Shape;405;p27"/>
              <p:cNvSpPr/>
              <p:nvPr/>
            </p:nvSpPr>
            <p:spPr>
              <a:xfrm>
                <a:off x="4707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7"/>
              <p:cNvSpPr/>
              <p:nvPr/>
            </p:nvSpPr>
            <p:spPr>
              <a:xfrm>
                <a:off x="6529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7"/>
              <p:cNvSpPr/>
              <p:nvPr/>
            </p:nvSpPr>
            <p:spPr>
              <a:xfrm>
                <a:off x="835175" y="380625"/>
                <a:ext cx="90300" cy="903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8" name="Google Shape;408;p27"/>
          <p:cNvGrpSpPr/>
          <p:nvPr/>
        </p:nvGrpSpPr>
        <p:grpSpPr>
          <a:xfrm>
            <a:off x="5814230" y="1359550"/>
            <a:ext cx="2318387" cy="2335687"/>
            <a:chOff x="5814230" y="1359550"/>
            <a:chExt cx="2318387" cy="2335687"/>
          </a:xfrm>
        </p:grpSpPr>
        <p:sp>
          <p:nvSpPr>
            <p:cNvPr id="409" name="Google Shape;409;p27"/>
            <p:cNvSpPr/>
            <p:nvPr/>
          </p:nvSpPr>
          <p:spPr>
            <a:xfrm>
              <a:off x="5814230" y="1669075"/>
              <a:ext cx="79879" cy="79879"/>
            </a:xfrm>
            <a:custGeom>
              <a:rect b="b" l="l" r="r" t="t"/>
              <a:pathLst>
                <a:path extrusionOk="0" fill="none" h="1399" w="1399">
                  <a:moveTo>
                    <a:pt x="1398" y="702"/>
                  </a:moveTo>
                  <a:cubicBezTo>
                    <a:pt x="1398" y="1086"/>
                    <a:pt x="1086" y="1399"/>
                    <a:pt x="697" y="1399"/>
                  </a:cubicBezTo>
                  <a:cubicBezTo>
                    <a:pt x="313" y="1399"/>
                    <a:pt x="0" y="1086"/>
                    <a:pt x="0" y="702"/>
                  </a:cubicBezTo>
                  <a:cubicBezTo>
                    <a:pt x="0" y="314"/>
                    <a:pt x="313" y="1"/>
                    <a:pt x="697" y="1"/>
                  </a:cubicBezTo>
                  <a:cubicBezTo>
                    <a:pt x="1086" y="1"/>
                    <a:pt x="1398" y="314"/>
                    <a:pt x="1398" y="70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7203640" y="3615358"/>
              <a:ext cx="79879" cy="79879"/>
            </a:xfrm>
            <a:custGeom>
              <a:rect b="b" l="l" r="r" t="t"/>
              <a:pathLst>
                <a:path extrusionOk="0" fill="none" h="1399" w="1399">
                  <a:moveTo>
                    <a:pt x="1399" y="702"/>
                  </a:moveTo>
                  <a:cubicBezTo>
                    <a:pt x="1399" y="1086"/>
                    <a:pt x="1086" y="1399"/>
                    <a:pt x="702" y="1399"/>
                  </a:cubicBezTo>
                  <a:cubicBezTo>
                    <a:pt x="314" y="1399"/>
                    <a:pt x="1" y="1086"/>
                    <a:pt x="1" y="702"/>
                  </a:cubicBezTo>
                  <a:cubicBezTo>
                    <a:pt x="1" y="314"/>
                    <a:pt x="314" y="1"/>
                    <a:pt x="702" y="1"/>
                  </a:cubicBezTo>
                  <a:cubicBezTo>
                    <a:pt x="1086" y="1"/>
                    <a:pt x="1399" y="314"/>
                    <a:pt x="1399" y="70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8052737" y="1359550"/>
              <a:ext cx="79879" cy="79879"/>
            </a:xfrm>
            <a:custGeom>
              <a:rect b="b" l="l" r="r" t="t"/>
              <a:pathLst>
                <a:path extrusionOk="0" fill="none" h="1399" w="1399">
                  <a:moveTo>
                    <a:pt x="1398" y="702"/>
                  </a:moveTo>
                  <a:cubicBezTo>
                    <a:pt x="1398" y="1086"/>
                    <a:pt x="1086" y="1399"/>
                    <a:pt x="697" y="1399"/>
                  </a:cubicBezTo>
                  <a:cubicBezTo>
                    <a:pt x="313" y="1399"/>
                    <a:pt x="0" y="1086"/>
                    <a:pt x="0" y="702"/>
                  </a:cubicBezTo>
                  <a:cubicBezTo>
                    <a:pt x="0" y="313"/>
                    <a:pt x="313" y="1"/>
                    <a:pt x="697" y="1"/>
                  </a:cubicBezTo>
                  <a:cubicBezTo>
                    <a:pt x="1086" y="1"/>
                    <a:pt x="1398" y="313"/>
                    <a:pt x="1398" y="70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47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27"/>
          <p:cNvGrpSpPr/>
          <p:nvPr/>
        </p:nvGrpSpPr>
        <p:grpSpPr>
          <a:xfrm>
            <a:off x="6464170" y="1244041"/>
            <a:ext cx="1756890" cy="2414710"/>
            <a:chOff x="6464170" y="1244041"/>
            <a:chExt cx="1756890" cy="2414710"/>
          </a:xfrm>
        </p:grpSpPr>
        <p:sp>
          <p:nvSpPr>
            <p:cNvPr id="413" name="Google Shape;413;p27"/>
            <p:cNvSpPr/>
            <p:nvPr/>
          </p:nvSpPr>
          <p:spPr>
            <a:xfrm>
              <a:off x="6633008" y="1294858"/>
              <a:ext cx="83933" cy="83990"/>
            </a:xfrm>
            <a:custGeom>
              <a:rect b="b" l="l" r="r" t="t"/>
              <a:pathLst>
                <a:path extrusionOk="0" h="1471" w="1470">
                  <a:moveTo>
                    <a:pt x="735" y="1"/>
                  </a:moveTo>
                  <a:cubicBezTo>
                    <a:pt x="602" y="489"/>
                    <a:pt x="493" y="603"/>
                    <a:pt x="0" y="735"/>
                  </a:cubicBezTo>
                  <a:cubicBezTo>
                    <a:pt x="493" y="873"/>
                    <a:pt x="602" y="982"/>
                    <a:pt x="735" y="1470"/>
                  </a:cubicBezTo>
                  <a:cubicBezTo>
                    <a:pt x="872" y="982"/>
                    <a:pt x="981" y="873"/>
                    <a:pt x="1469" y="735"/>
                  </a:cubicBezTo>
                  <a:cubicBezTo>
                    <a:pt x="981" y="598"/>
                    <a:pt x="872" y="489"/>
                    <a:pt x="7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6464170" y="1376051"/>
              <a:ext cx="112882" cy="112882"/>
            </a:xfrm>
            <a:custGeom>
              <a:rect b="b" l="l" r="r" t="t"/>
              <a:pathLst>
                <a:path extrusionOk="0" h="1977" w="1977">
                  <a:moveTo>
                    <a:pt x="991" y="1"/>
                  </a:moveTo>
                  <a:cubicBezTo>
                    <a:pt x="806" y="659"/>
                    <a:pt x="659" y="806"/>
                    <a:pt x="0" y="991"/>
                  </a:cubicBezTo>
                  <a:cubicBezTo>
                    <a:pt x="659" y="1171"/>
                    <a:pt x="806" y="1318"/>
                    <a:pt x="991" y="1977"/>
                  </a:cubicBezTo>
                  <a:cubicBezTo>
                    <a:pt x="1171" y="1318"/>
                    <a:pt x="1318" y="1171"/>
                    <a:pt x="1976" y="991"/>
                  </a:cubicBezTo>
                  <a:cubicBezTo>
                    <a:pt x="1318" y="806"/>
                    <a:pt x="1171" y="659"/>
                    <a:pt x="9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7958298" y="3545813"/>
              <a:ext cx="112882" cy="112939"/>
            </a:xfrm>
            <a:custGeom>
              <a:rect b="b" l="l" r="r" t="t"/>
              <a:pathLst>
                <a:path extrusionOk="0" h="1978" w="1977">
                  <a:moveTo>
                    <a:pt x="991" y="1"/>
                  </a:moveTo>
                  <a:cubicBezTo>
                    <a:pt x="806" y="660"/>
                    <a:pt x="659" y="807"/>
                    <a:pt x="1" y="991"/>
                  </a:cubicBezTo>
                  <a:cubicBezTo>
                    <a:pt x="659" y="1171"/>
                    <a:pt x="806" y="1318"/>
                    <a:pt x="991" y="1977"/>
                  </a:cubicBezTo>
                  <a:cubicBezTo>
                    <a:pt x="1171" y="1318"/>
                    <a:pt x="1318" y="1171"/>
                    <a:pt x="1977" y="991"/>
                  </a:cubicBezTo>
                  <a:cubicBezTo>
                    <a:pt x="1318" y="807"/>
                    <a:pt x="1171" y="660"/>
                    <a:pt x="9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6487181" y="1244041"/>
              <a:ext cx="61209" cy="61209"/>
            </a:xfrm>
            <a:custGeom>
              <a:rect b="b" l="l" r="r" t="t"/>
              <a:pathLst>
                <a:path extrusionOk="0" h="1072" w="1072">
                  <a:moveTo>
                    <a:pt x="536" y="0"/>
                  </a:moveTo>
                  <a:cubicBezTo>
                    <a:pt x="436" y="355"/>
                    <a:pt x="360" y="436"/>
                    <a:pt x="0" y="536"/>
                  </a:cubicBezTo>
                  <a:cubicBezTo>
                    <a:pt x="356" y="630"/>
                    <a:pt x="436" y="711"/>
                    <a:pt x="536" y="1071"/>
                  </a:cubicBezTo>
                  <a:cubicBezTo>
                    <a:pt x="635" y="711"/>
                    <a:pt x="716" y="630"/>
                    <a:pt x="1071" y="536"/>
                  </a:cubicBezTo>
                  <a:cubicBezTo>
                    <a:pt x="716" y="436"/>
                    <a:pt x="635" y="355"/>
                    <a:pt x="5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7"/>
            <p:cNvSpPr/>
            <p:nvPr/>
          </p:nvSpPr>
          <p:spPr>
            <a:xfrm>
              <a:off x="8159909" y="3411919"/>
              <a:ext cx="61151" cy="61209"/>
            </a:xfrm>
            <a:custGeom>
              <a:rect b="b" l="l" r="r" t="t"/>
              <a:pathLst>
                <a:path extrusionOk="0" h="1072" w="1071">
                  <a:moveTo>
                    <a:pt x="536" y="0"/>
                  </a:moveTo>
                  <a:cubicBezTo>
                    <a:pt x="436" y="360"/>
                    <a:pt x="360" y="436"/>
                    <a:pt x="0" y="536"/>
                  </a:cubicBezTo>
                  <a:cubicBezTo>
                    <a:pt x="355" y="635"/>
                    <a:pt x="436" y="716"/>
                    <a:pt x="536" y="1071"/>
                  </a:cubicBezTo>
                  <a:cubicBezTo>
                    <a:pt x="635" y="716"/>
                    <a:pt x="716" y="635"/>
                    <a:pt x="1071" y="536"/>
                  </a:cubicBezTo>
                  <a:cubicBezTo>
                    <a:pt x="716" y="436"/>
                    <a:pt x="635" y="360"/>
                    <a:pt x="5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8" name="Google Shape;418;p27"/>
          <p:cNvGrpSpPr/>
          <p:nvPr/>
        </p:nvGrpSpPr>
        <p:grpSpPr>
          <a:xfrm>
            <a:off x="5480609" y="1283895"/>
            <a:ext cx="2919624" cy="2615579"/>
            <a:chOff x="5480609" y="1283895"/>
            <a:chExt cx="2919624" cy="2615579"/>
          </a:xfrm>
        </p:grpSpPr>
        <p:sp>
          <p:nvSpPr>
            <p:cNvPr id="419" name="Google Shape;419;p27"/>
            <p:cNvSpPr/>
            <p:nvPr/>
          </p:nvSpPr>
          <p:spPr>
            <a:xfrm>
              <a:off x="5480609" y="1283895"/>
              <a:ext cx="2919624" cy="2615579"/>
            </a:xfrm>
            <a:custGeom>
              <a:rect b="b" l="l" r="r" t="t"/>
              <a:pathLst>
                <a:path extrusionOk="0" h="45809" w="51134">
                  <a:moveTo>
                    <a:pt x="32136" y="1"/>
                  </a:moveTo>
                  <a:cubicBezTo>
                    <a:pt x="29594" y="1"/>
                    <a:pt x="27058" y="568"/>
                    <a:pt x="24756" y="1733"/>
                  </a:cubicBezTo>
                  <a:cubicBezTo>
                    <a:pt x="22505" y="2875"/>
                    <a:pt x="20439" y="4463"/>
                    <a:pt x="18416" y="6017"/>
                  </a:cubicBezTo>
                  <a:cubicBezTo>
                    <a:pt x="18316" y="6093"/>
                    <a:pt x="18217" y="6173"/>
                    <a:pt x="18117" y="6249"/>
                  </a:cubicBezTo>
                  <a:cubicBezTo>
                    <a:pt x="17975" y="6358"/>
                    <a:pt x="17833" y="6467"/>
                    <a:pt x="17686" y="6576"/>
                  </a:cubicBezTo>
                  <a:cubicBezTo>
                    <a:pt x="17534" y="6690"/>
                    <a:pt x="17383" y="6808"/>
                    <a:pt x="17236" y="6922"/>
                  </a:cubicBezTo>
                  <a:cubicBezTo>
                    <a:pt x="17188" y="6960"/>
                    <a:pt x="17136" y="6993"/>
                    <a:pt x="17089" y="7031"/>
                  </a:cubicBezTo>
                  <a:cubicBezTo>
                    <a:pt x="17089" y="7031"/>
                    <a:pt x="17084" y="7036"/>
                    <a:pt x="17084" y="7036"/>
                  </a:cubicBezTo>
                  <a:cubicBezTo>
                    <a:pt x="16895" y="7178"/>
                    <a:pt x="16705" y="7311"/>
                    <a:pt x="16506" y="7439"/>
                  </a:cubicBezTo>
                  <a:cubicBezTo>
                    <a:pt x="16511" y="7439"/>
                    <a:pt x="16511" y="7439"/>
                    <a:pt x="16506" y="7443"/>
                  </a:cubicBezTo>
                  <a:cubicBezTo>
                    <a:pt x="16350" y="7548"/>
                    <a:pt x="16189" y="7647"/>
                    <a:pt x="16023" y="7747"/>
                  </a:cubicBezTo>
                  <a:cubicBezTo>
                    <a:pt x="15937" y="7794"/>
                    <a:pt x="15852" y="7846"/>
                    <a:pt x="15767" y="7894"/>
                  </a:cubicBezTo>
                  <a:cubicBezTo>
                    <a:pt x="15468" y="8064"/>
                    <a:pt x="15160" y="8221"/>
                    <a:pt x="14852" y="8372"/>
                  </a:cubicBezTo>
                  <a:cubicBezTo>
                    <a:pt x="14824" y="8387"/>
                    <a:pt x="14795" y="8396"/>
                    <a:pt x="14762" y="8410"/>
                  </a:cubicBezTo>
                  <a:cubicBezTo>
                    <a:pt x="14374" y="8595"/>
                    <a:pt x="13971" y="8770"/>
                    <a:pt x="13568" y="8936"/>
                  </a:cubicBezTo>
                  <a:cubicBezTo>
                    <a:pt x="13487" y="8969"/>
                    <a:pt x="13407" y="8998"/>
                    <a:pt x="13331" y="9031"/>
                  </a:cubicBezTo>
                  <a:cubicBezTo>
                    <a:pt x="13051" y="9140"/>
                    <a:pt x="12767" y="9249"/>
                    <a:pt x="12483" y="9358"/>
                  </a:cubicBezTo>
                  <a:cubicBezTo>
                    <a:pt x="12459" y="9367"/>
                    <a:pt x="12435" y="9377"/>
                    <a:pt x="12412" y="9386"/>
                  </a:cubicBezTo>
                  <a:cubicBezTo>
                    <a:pt x="12331" y="9415"/>
                    <a:pt x="12250" y="9443"/>
                    <a:pt x="12170" y="9472"/>
                  </a:cubicBezTo>
                  <a:cubicBezTo>
                    <a:pt x="12118" y="9491"/>
                    <a:pt x="12066" y="9510"/>
                    <a:pt x="12014" y="9533"/>
                  </a:cubicBezTo>
                  <a:cubicBezTo>
                    <a:pt x="11729" y="9638"/>
                    <a:pt x="11450" y="9737"/>
                    <a:pt x="11165" y="9841"/>
                  </a:cubicBezTo>
                  <a:cubicBezTo>
                    <a:pt x="11042" y="9889"/>
                    <a:pt x="10919" y="9936"/>
                    <a:pt x="10791" y="9984"/>
                  </a:cubicBezTo>
                  <a:cubicBezTo>
                    <a:pt x="10066" y="10254"/>
                    <a:pt x="9341" y="10538"/>
                    <a:pt x="8639" y="10860"/>
                  </a:cubicBezTo>
                  <a:cubicBezTo>
                    <a:pt x="7711" y="11287"/>
                    <a:pt x="6810" y="11780"/>
                    <a:pt x="5986" y="12415"/>
                  </a:cubicBezTo>
                  <a:cubicBezTo>
                    <a:pt x="2905" y="14770"/>
                    <a:pt x="730" y="18343"/>
                    <a:pt x="441" y="22243"/>
                  </a:cubicBezTo>
                  <a:cubicBezTo>
                    <a:pt x="0" y="28176"/>
                    <a:pt x="1593" y="33702"/>
                    <a:pt x="5535" y="37872"/>
                  </a:cubicBezTo>
                  <a:cubicBezTo>
                    <a:pt x="6095" y="38464"/>
                    <a:pt x="6706" y="39033"/>
                    <a:pt x="7360" y="39569"/>
                  </a:cubicBezTo>
                  <a:cubicBezTo>
                    <a:pt x="7531" y="39706"/>
                    <a:pt x="7696" y="39839"/>
                    <a:pt x="7872" y="39971"/>
                  </a:cubicBezTo>
                  <a:cubicBezTo>
                    <a:pt x="12794" y="43723"/>
                    <a:pt x="18977" y="45809"/>
                    <a:pt x="25167" y="45809"/>
                  </a:cubicBezTo>
                  <a:cubicBezTo>
                    <a:pt x="25318" y="45809"/>
                    <a:pt x="25468" y="45807"/>
                    <a:pt x="25619" y="45805"/>
                  </a:cubicBezTo>
                  <a:cubicBezTo>
                    <a:pt x="25993" y="45800"/>
                    <a:pt x="26368" y="45786"/>
                    <a:pt x="26742" y="45767"/>
                  </a:cubicBezTo>
                  <a:cubicBezTo>
                    <a:pt x="27083" y="45748"/>
                    <a:pt x="27424" y="45720"/>
                    <a:pt x="27761" y="45687"/>
                  </a:cubicBezTo>
                  <a:cubicBezTo>
                    <a:pt x="36931" y="44810"/>
                    <a:pt x="45717" y="39208"/>
                    <a:pt x="49001" y="30375"/>
                  </a:cubicBezTo>
                  <a:cubicBezTo>
                    <a:pt x="50953" y="25124"/>
                    <a:pt x="51133" y="19168"/>
                    <a:pt x="49493" y="13808"/>
                  </a:cubicBezTo>
                  <a:cubicBezTo>
                    <a:pt x="48062" y="9135"/>
                    <a:pt x="45148" y="4908"/>
                    <a:pt x="40897" y="2392"/>
                  </a:cubicBezTo>
                  <a:cubicBezTo>
                    <a:pt x="38230" y="814"/>
                    <a:pt x="35179" y="1"/>
                    <a:pt x="32136" y="1"/>
                  </a:cubicBezTo>
                  <a:close/>
                </a:path>
              </a:pathLst>
            </a:custGeom>
            <a:solidFill>
              <a:srgbClr val="857FF0">
                <a:alpha val="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0" name="Google Shape;420;p27"/>
            <p:cNvGrpSpPr/>
            <p:nvPr/>
          </p:nvGrpSpPr>
          <p:grpSpPr>
            <a:xfrm>
              <a:off x="6627636" y="2596634"/>
              <a:ext cx="1421401" cy="798970"/>
              <a:chOff x="7374133" y="1910997"/>
              <a:chExt cx="1056646" cy="593985"/>
            </a:xfrm>
          </p:grpSpPr>
          <p:sp>
            <p:nvSpPr>
              <p:cNvPr id="421" name="Google Shape;421;p27"/>
              <p:cNvSpPr/>
              <p:nvPr/>
            </p:nvSpPr>
            <p:spPr>
              <a:xfrm>
                <a:off x="7374133" y="2427787"/>
                <a:ext cx="1049909" cy="77196"/>
              </a:xfrm>
              <a:custGeom>
                <a:rect b="b" l="l" r="r" t="t"/>
                <a:pathLst>
                  <a:path extrusionOk="0" h="1352" w="18388">
                    <a:moveTo>
                      <a:pt x="0" y="1"/>
                    </a:moveTo>
                    <a:lnTo>
                      <a:pt x="0" y="1351"/>
                    </a:lnTo>
                    <a:lnTo>
                      <a:pt x="18387" y="1351"/>
                    </a:lnTo>
                    <a:lnTo>
                      <a:pt x="183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7"/>
              <p:cNvSpPr/>
              <p:nvPr/>
            </p:nvSpPr>
            <p:spPr>
              <a:xfrm>
                <a:off x="7645518" y="1958617"/>
                <a:ext cx="116650" cy="469227"/>
              </a:xfrm>
              <a:custGeom>
                <a:rect b="b" l="l" r="r" t="t"/>
                <a:pathLst>
                  <a:path extrusionOk="0" h="8218" w="2043">
                    <a:moveTo>
                      <a:pt x="0" y="1"/>
                    </a:moveTo>
                    <a:lnTo>
                      <a:pt x="0" y="8218"/>
                    </a:lnTo>
                    <a:lnTo>
                      <a:pt x="2043" y="8218"/>
                    </a:lnTo>
                    <a:lnTo>
                      <a:pt x="204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7"/>
              <p:cNvSpPr/>
              <p:nvPr/>
            </p:nvSpPr>
            <p:spPr>
              <a:xfrm>
                <a:off x="7658764" y="1977287"/>
                <a:ext cx="90157" cy="433770"/>
              </a:xfrm>
              <a:custGeom>
                <a:rect b="b" l="l" r="r" t="t"/>
                <a:pathLst>
                  <a:path extrusionOk="0" fill="none" h="7597" w="1579">
                    <a:moveTo>
                      <a:pt x="361" y="0"/>
                    </a:moveTo>
                    <a:lnTo>
                      <a:pt x="1218" y="0"/>
                    </a:lnTo>
                    <a:cubicBezTo>
                      <a:pt x="1218" y="200"/>
                      <a:pt x="1380" y="356"/>
                      <a:pt x="1579" y="356"/>
                    </a:cubicBezTo>
                    <a:lnTo>
                      <a:pt x="1579" y="7242"/>
                    </a:lnTo>
                    <a:cubicBezTo>
                      <a:pt x="1380" y="7242"/>
                      <a:pt x="1218" y="7403"/>
                      <a:pt x="1218" y="7597"/>
                    </a:cubicBezTo>
                    <a:lnTo>
                      <a:pt x="361" y="7597"/>
                    </a:lnTo>
                    <a:cubicBezTo>
                      <a:pt x="361" y="7403"/>
                      <a:pt x="200" y="7242"/>
                      <a:pt x="1" y="7242"/>
                    </a:cubicBezTo>
                    <a:lnTo>
                      <a:pt x="1" y="356"/>
                    </a:lnTo>
                    <a:cubicBezTo>
                      <a:pt x="200" y="356"/>
                      <a:pt x="361" y="200"/>
                      <a:pt x="36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7"/>
              <p:cNvSpPr/>
              <p:nvPr/>
            </p:nvSpPr>
            <p:spPr>
              <a:xfrm>
                <a:off x="7434999" y="1953478"/>
                <a:ext cx="129668" cy="474366"/>
              </a:xfrm>
              <a:custGeom>
                <a:rect b="b" l="l" r="r" t="t"/>
                <a:pathLst>
                  <a:path extrusionOk="0" h="8308" w="2271">
                    <a:moveTo>
                      <a:pt x="0" y="0"/>
                    </a:moveTo>
                    <a:lnTo>
                      <a:pt x="0" y="8308"/>
                    </a:lnTo>
                    <a:lnTo>
                      <a:pt x="2270" y="8308"/>
                    </a:lnTo>
                    <a:lnTo>
                      <a:pt x="227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7"/>
              <p:cNvSpPr/>
              <p:nvPr/>
            </p:nvSpPr>
            <p:spPr>
              <a:xfrm>
                <a:off x="7434999" y="1998128"/>
                <a:ext cx="129954" cy="57"/>
              </a:xfrm>
              <a:custGeom>
                <a:rect b="b" l="l" r="r" t="t"/>
                <a:pathLst>
                  <a:path extrusionOk="0" fill="none" h="1" w="2276">
                    <a:moveTo>
                      <a:pt x="227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7"/>
              <p:cNvSpPr/>
              <p:nvPr/>
            </p:nvSpPr>
            <p:spPr>
              <a:xfrm>
                <a:off x="7434999" y="2019482"/>
                <a:ext cx="129954" cy="57"/>
              </a:xfrm>
              <a:custGeom>
                <a:rect b="b" l="l" r="r" t="t"/>
                <a:pathLst>
                  <a:path extrusionOk="0" fill="none" h="1" w="2276">
                    <a:moveTo>
                      <a:pt x="2275" y="1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7"/>
              <p:cNvSpPr/>
              <p:nvPr/>
            </p:nvSpPr>
            <p:spPr>
              <a:xfrm>
                <a:off x="7434999" y="2373944"/>
                <a:ext cx="129954" cy="57"/>
              </a:xfrm>
              <a:custGeom>
                <a:rect b="b" l="l" r="r" t="t"/>
                <a:pathLst>
                  <a:path extrusionOk="0" fill="none" h="1" w="2276">
                    <a:moveTo>
                      <a:pt x="2275" y="1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7"/>
              <p:cNvSpPr/>
              <p:nvPr/>
            </p:nvSpPr>
            <p:spPr>
              <a:xfrm>
                <a:off x="7434999" y="2395584"/>
                <a:ext cx="129954" cy="57"/>
              </a:xfrm>
              <a:custGeom>
                <a:rect b="b" l="l" r="r" t="t"/>
                <a:pathLst>
                  <a:path extrusionOk="0" fill="none" h="1" w="2276">
                    <a:moveTo>
                      <a:pt x="2275" y="1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7"/>
              <p:cNvSpPr/>
              <p:nvPr/>
            </p:nvSpPr>
            <p:spPr>
              <a:xfrm>
                <a:off x="7564610" y="1982997"/>
                <a:ext cx="80964" cy="444847"/>
              </a:xfrm>
              <a:custGeom>
                <a:rect b="b" l="l" r="r" t="t"/>
                <a:pathLst>
                  <a:path extrusionOk="0" h="7791" w="1418">
                    <a:moveTo>
                      <a:pt x="0" y="0"/>
                    </a:moveTo>
                    <a:lnTo>
                      <a:pt x="0" y="7791"/>
                    </a:lnTo>
                    <a:lnTo>
                      <a:pt x="1417" y="779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7"/>
              <p:cNvSpPr/>
              <p:nvPr/>
            </p:nvSpPr>
            <p:spPr>
              <a:xfrm>
                <a:off x="7762111" y="1910997"/>
                <a:ext cx="80964" cy="516847"/>
              </a:xfrm>
              <a:custGeom>
                <a:rect b="b" l="l" r="r" t="t"/>
                <a:pathLst>
                  <a:path extrusionOk="0" h="9052" w="1418">
                    <a:moveTo>
                      <a:pt x="1" y="0"/>
                    </a:moveTo>
                    <a:lnTo>
                      <a:pt x="1" y="9052"/>
                    </a:lnTo>
                    <a:lnTo>
                      <a:pt x="1418" y="9052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7"/>
              <p:cNvSpPr/>
              <p:nvPr/>
            </p:nvSpPr>
            <p:spPr>
              <a:xfrm>
                <a:off x="7767820" y="2392615"/>
                <a:ext cx="70687" cy="57"/>
              </a:xfrm>
              <a:custGeom>
                <a:rect b="b" l="l" r="r" t="t"/>
                <a:pathLst>
                  <a:path extrusionOk="0" fill="none" h="1" w="1238">
                    <a:moveTo>
                      <a:pt x="0" y="1"/>
                    </a:moveTo>
                    <a:lnTo>
                      <a:pt x="1237" y="1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7"/>
              <p:cNvSpPr/>
              <p:nvPr/>
            </p:nvSpPr>
            <p:spPr>
              <a:xfrm>
                <a:off x="7767820" y="2367206"/>
                <a:ext cx="70687" cy="57"/>
              </a:xfrm>
              <a:custGeom>
                <a:rect b="b" l="l" r="r" t="t"/>
                <a:pathLst>
                  <a:path extrusionOk="0" fill="none" h="1" w="1238">
                    <a:moveTo>
                      <a:pt x="0" y="0"/>
                    </a:moveTo>
                    <a:lnTo>
                      <a:pt x="1237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7"/>
              <p:cNvSpPr/>
              <p:nvPr/>
            </p:nvSpPr>
            <p:spPr>
              <a:xfrm>
                <a:off x="7904455" y="2025192"/>
                <a:ext cx="478192" cy="106087"/>
              </a:xfrm>
              <a:custGeom>
                <a:rect b="b" l="l" r="r" t="t"/>
                <a:pathLst>
                  <a:path extrusionOk="0" h="1858" w="8375">
                    <a:moveTo>
                      <a:pt x="925" y="0"/>
                    </a:moveTo>
                    <a:cubicBezTo>
                      <a:pt x="669" y="0"/>
                      <a:pt x="441" y="105"/>
                      <a:pt x="271" y="275"/>
                    </a:cubicBezTo>
                    <a:cubicBezTo>
                      <a:pt x="105" y="441"/>
                      <a:pt x="0" y="673"/>
                      <a:pt x="0" y="929"/>
                    </a:cubicBezTo>
                    <a:cubicBezTo>
                      <a:pt x="0" y="1441"/>
                      <a:pt x="413" y="1858"/>
                      <a:pt x="925" y="1858"/>
                    </a:cubicBezTo>
                    <a:lnTo>
                      <a:pt x="8374" y="1858"/>
                    </a:lnTo>
                    <a:lnTo>
                      <a:pt x="8374" y="0"/>
                    </a:lnTo>
                    <a:close/>
                  </a:path>
                </a:pathLst>
              </a:custGeom>
              <a:solidFill>
                <a:srgbClr val="E8C2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7"/>
              <p:cNvSpPr/>
              <p:nvPr/>
            </p:nvSpPr>
            <p:spPr>
              <a:xfrm>
                <a:off x="7916902" y="2037925"/>
                <a:ext cx="465744" cy="80679"/>
              </a:xfrm>
              <a:custGeom>
                <a:rect b="b" l="l" r="r" t="t"/>
                <a:pathLst>
                  <a:path extrusionOk="0" h="1413" w="8157">
                    <a:moveTo>
                      <a:pt x="730" y="0"/>
                    </a:moveTo>
                    <a:cubicBezTo>
                      <a:pt x="536" y="0"/>
                      <a:pt x="351" y="76"/>
                      <a:pt x="214" y="209"/>
                    </a:cubicBezTo>
                    <a:cubicBezTo>
                      <a:pt x="76" y="341"/>
                      <a:pt x="0" y="517"/>
                      <a:pt x="0" y="706"/>
                    </a:cubicBezTo>
                    <a:cubicBezTo>
                      <a:pt x="0" y="1095"/>
                      <a:pt x="327" y="1412"/>
                      <a:pt x="730" y="1412"/>
                    </a:cubicBezTo>
                    <a:lnTo>
                      <a:pt x="8156" y="1412"/>
                    </a:lnTo>
                    <a:lnTo>
                      <a:pt x="81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7"/>
              <p:cNvSpPr/>
              <p:nvPr/>
            </p:nvSpPr>
            <p:spPr>
              <a:xfrm>
                <a:off x="7779982" y="2025192"/>
                <a:ext cx="496291" cy="106087"/>
              </a:xfrm>
              <a:custGeom>
                <a:rect b="b" l="l" r="r" t="t"/>
                <a:pathLst>
                  <a:path extrusionOk="0" h="1858" w="8692">
                    <a:moveTo>
                      <a:pt x="929" y="0"/>
                    </a:moveTo>
                    <a:cubicBezTo>
                      <a:pt x="674" y="0"/>
                      <a:pt x="441" y="105"/>
                      <a:pt x="275" y="275"/>
                    </a:cubicBezTo>
                    <a:cubicBezTo>
                      <a:pt x="105" y="441"/>
                      <a:pt x="1" y="673"/>
                      <a:pt x="1" y="929"/>
                    </a:cubicBezTo>
                    <a:cubicBezTo>
                      <a:pt x="1" y="1441"/>
                      <a:pt x="418" y="1858"/>
                      <a:pt x="929" y="1858"/>
                    </a:cubicBezTo>
                    <a:lnTo>
                      <a:pt x="8692" y="1858"/>
                    </a:lnTo>
                    <a:lnTo>
                      <a:pt x="8692" y="1848"/>
                    </a:lnTo>
                    <a:cubicBezTo>
                      <a:pt x="8232" y="1796"/>
                      <a:pt x="7877" y="1403"/>
                      <a:pt x="7877" y="929"/>
                    </a:cubicBezTo>
                    <a:cubicBezTo>
                      <a:pt x="7877" y="673"/>
                      <a:pt x="7981" y="441"/>
                      <a:pt x="8152" y="275"/>
                    </a:cubicBezTo>
                    <a:cubicBezTo>
                      <a:pt x="8294" y="133"/>
                      <a:pt x="8478" y="33"/>
                      <a:pt x="8692" y="10"/>
                    </a:cubicBezTo>
                    <a:lnTo>
                      <a:pt x="869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7"/>
              <p:cNvSpPr/>
              <p:nvPr/>
            </p:nvSpPr>
            <p:spPr>
              <a:xfrm>
                <a:off x="8253492" y="2053570"/>
                <a:ext cx="33630" cy="44479"/>
              </a:xfrm>
              <a:custGeom>
                <a:rect b="b" l="l" r="r" t="t"/>
                <a:pathLst>
                  <a:path extrusionOk="0" h="779" w="589">
                    <a:moveTo>
                      <a:pt x="1" y="1"/>
                    </a:moveTo>
                    <a:lnTo>
                      <a:pt x="1" y="778"/>
                    </a:lnTo>
                    <a:lnTo>
                      <a:pt x="294" y="555"/>
                    </a:lnTo>
                    <a:lnTo>
                      <a:pt x="588" y="778"/>
                    </a:lnTo>
                    <a:lnTo>
                      <a:pt x="5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7"/>
              <p:cNvSpPr/>
              <p:nvPr/>
            </p:nvSpPr>
            <p:spPr>
              <a:xfrm>
                <a:off x="8209926" y="2040894"/>
                <a:ext cx="36885" cy="76339"/>
              </a:xfrm>
              <a:custGeom>
                <a:rect b="b" l="l" r="r" t="t"/>
                <a:pathLst>
                  <a:path extrusionOk="0" fill="none" h="1337" w="646">
                    <a:moveTo>
                      <a:pt x="645" y="1337"/>
                    </a:moveTo>
                    <a:cubicBezTo>
                      <a:pt x="645" y="1337"/>
                      <a:pt x="1" y="749"/>
                      <a:pt x="622" y="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7"/>
              <p:cNvSpPr/>
              <p:nvPr/>
            </p:nvSpPr>
            <p:spPr>
              <a:xfrm>
                <a:off x="7833026" y="2025192"/>
                <a:ext cx="549621" cy="106087"/>
              </a:xfrm>
              <a:custGeom>
                <a:rect b="b" l="l" r="r" t="t"/>
                <a:pathLst>
                  <a:path extrusionOk="0" fill="none" h="1858" w="9626">
                    <a:moveTo>
                      <a:pt x="0" y="0"/>
                    </a:moveTo>
                    <a:lnTo>
                      <a:pt x="9625" y="0"/>
                    </a:lnTo>
                    <a:lnTo>
                      <a:pt x="9625" y="1858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7"/>
              <p:cNvSpPr/>
              <p:nvPr/>
            </p:nvSpPr>
            <p:spPr>
              <a:xfrm>
                <a:off x="8256746" y="2053570"/>
                <a:ext cx="110427" cy="57"/>
              </a:xfrm>
              <a:custGeom>
                <a:rect b="b" l="l" r="r" t="t"/>
                <a:pathLst>
                  <a:path extrusionOk="0" fill="none" h="1" w="1934">
                    <a:moveTo>
                      <a:pt x="1" y="1"/>
                    </a:moveTo>
                    <a:lnTo>
                      <a:pt x="1934" y="1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7"/>
              <p:cNvSpPr/>
              <p:nvPr/>
            </p:nvSpPr>
            <p:spPr>
              <a:xfrm>
                <a:off x="7878761" y="2321985"/>
                <a:ext cx="478134" cy="105859"/>
              </a:xfrm>
              <a:custGeom>
                <a:rect b="b" l="l" r="r" t="t"/>
                <a:pathLst>
                  <a:path extrusionOk="0" h="1854" w="8374">
                    <a:moveTo>
                      <a:pt x="0" y="1"/>
                    </a:moveTo>
                    <a:lnTo>
                      <a:pt x="0" y="1854"/>
                    </a:lnTo>
                    <a:lnTo>
                      <a:pt x="7445" y="1854"/>
                    </a:lnTo>
                    <a:cubicBezTo>
                      <a:pt x="7957" y="1854"/>
                      <a:pt x="8374" y="1441"/>
                      <a:pt x="8374" y="925"/>
                    </a:cubicBezTo>
                    <a:cubicBezTo>
                      <a:pt x="8374" y="674"/>
                      <a:pt x="8270" y="442"/>
                      <a:pt x="8099" y="271"/>
                    </a:cubicBezTo>
                    <a:cubicBezTo>
                      <a:pt x="7933" y="105"/>
                      <a:pt x="7701" y="1"/>
                      <a:pt x="7445" y="1"/>
                    </a:cubicBezTo>
                    <a:close/>
                  </a:path>
                </a:pathLst>
              </a:custGeom>
              <a:solidFill>
                <a:srgbClr val="E06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7"/>
              <p:cNvSpPr/>
              <p:nvPr/>
            </p:nvSpPr>
            <p:spPr>
              <a:xfrm>
                <a:off x="7878761" y="2334718"/>
                <a:ext cx="465459" cy="80450"/>
              </a:xfrm>
              <a:custGeom>
                <a:rect b="b" l="l" r="r" t="t"/>
                <a:pathLst>
                  <a:path extrusionOk="0" h="1409" w="8152">
                    <a:moveTo>
                      <a:pt x="0" y="1"/>
                    </a:moveTo>
                    <a:lnTo>
                      <a:pt x="0" y="1408"/>
                    </a:lnTo>
                    <a:lnTo>
                      <a:pt x="7426" y="1408"/>
                    </a:lnTo>
                    <a:cubicBezTo>
                      <a:pt x="7824" y="1408"/>
                      <a:pt x="8151" y="1095"/>
                      <a:pt x="8151" y="707"/>
                    </a:cubicBezTo>
                    <a:cubicBezTo>
                      <a:pt x="8151" y="517"/>
                      <a:pt x="8075" y="337"/>
                      <a:pt x="7938" y="204"/>
                    </a:cubicBezTo>
                    <a:cubicBezTo>
                      <a:pt x="7801" y="72"/>
                      <a:pt x="7620" y="1"/>
                      <a:pt x="74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7"/>
              <p:cNvSpPr/>
              <p:nvPr/>
            </p:nvSpPr>
            <p:spPr>
              <a:xfrm>
                <a:off x="7984791" y="2321985"/>
                <a:ext cx="397855" cy="105859"/>
              </a:xfrm>
              <a:custGeom>
                <a:rect b="b" l="l" r="r" t="t"/>
                <a:pathLst>
                  <a:path extrusionOk="0" h="1854" w="6968">
                    <a:moveTo>
                      <a:pt x="1" y="1"/>
                    </a:moveTo>
                    <a:lnTo>
                      <a:pt x="1" y="6"/>
                    </a:lnTo>
                    <a:cubicBezTo>
                      <a:pt x="214" y="34"/>
                      <a:pt x="404" y="129"/>
                      <a:pt x="546" y="271"/>
                    </a:cubicBezTo>
                    <a:cubicBezTo>
                      <a:pt x="712" y="442"/>
                      <a:pt x="816" y="674"/>
                      <a:pt x="816" y="925"/>
                    </a:cubicBezTo>
                    <a:cubicBezTo>
                      <a:pt x="816" y="1399"/>
                      <a:pt x="461" y="1792"/>
                      <a:pt x="1" y="1849"/>
                    </a:cubicBezTo>
                    <a:lnTo>
                      <a:pt x="1" y="1854"/>
                    </a:lnTo>
                    <a:lnTo>
                      <a:pt x="6967" y="1854"/>
                    </a:lnTo>
                    <a:lnTo>
                      <a:pt x="69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7"/>
              <p:cNvSpPr/>
              <p:nvPr/>
            </p:nvSpPr>
            <p:spPr>
              <a:xfrm>
                <a:off x="7974000" y="2350420"/>
                <a:ext cx="33573" cy="44136"/>
              </a:xfrm>
              <a:custGeom>
                <a:rect b="b" l="l" r="r" t="t"/>
                <a:pathLst>
                  <a:path extrusionOk="0" h="773" w="588">
                    <a:moveTo>
                      <a:pt x="0" y="0"/>
                    </a:moveTo>
                    <a:lnTo>
                      <a:pt x="0" y="773"/>
                    </a:lnTo>
                    <a:lnTo>
                      <a:pt x="294" y="550"/>
                    </a:lnTo>
                    <a:lnTo>
                      <a:pt x="588" y="773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rgbClr val="E8C2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7"/>
              <p:cNvSpPr/>
              <p:nvPr/>
            </p:nvSpPr>
            <p:spPr>
              <a:xfrm>
                <a:off x="8011855" y="2334718"/>
                <a:ext cx="43622" cy="80450"/>
              </a:xfrm>
              <a:custGeom>
                <a:rect b="b" l="l" r="r" t="t"/>
                <a:pathLst>
                  <a:path extrusionOk="0" fill="none" h="1409" w="764">
                    <a:moveTo>
                      <a:pt x="1" y="1408"/>
                    </a:moveTo>
                    <a:cubicBezTo>
                      <a:pt x="1" y="1408"/>
                      <a:pt x="764" y="854"/>
                      <a:pt x="20" y="1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7"/>
              <p:cNvSpPr/>
              <p:nvPr/>
            </p:nvSpPr>
            <p:spPr>
              <a:xfrm>
                <a:off x="7894691" y="2394499"/>
                <a:ext cx="112882" cy="57"/>
              </a:xfrm>
              <a:custGeom>
                <a:rect b="b" l="l" r="r" t="t"/>
                <a:pathLst>
                  <a:path extrusionOk="0" fill="none" h="1" w="1977">
                    <a:moveTo>
                      <a:pt x="1977" y="1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7"/>
              <p:cNvSpPr/>
              <p:nvPr/>
            </p:nvSpPr>
            <p:spPr>
              <a:xfrm>
                <a:off x="8254862" y="2342026"/>
                <a:ext cx="96381" cy="65548"/>
              </a:xfrm>
              <a:custGeom>
                <a:rect b="b" l="l" r="r" t="t"/>
                <a:pathLst>
                  <a:path extrusionOk="0" h="1148" w="1688">
                    <a:moveTo>
                      <a:pt x="0" y="1"/>
                    </a:moveTo>
                    <a:lnTo>
                      <a:pt x="0" y="1147"/>
                    </a:lnTo>
                    <a:lnTo>
                      <a:pt x="1687" y="1147"/>
                    </a:lnTo>
                    <a:lnTo>
                      <a:pt x="168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7"/>
              <p:cNvSpPr/>
              <p:nvPr/>
            </p:nvSpPr>
            <p:spPr>
              <a:xfrm>
                <a:off x="8281355" y="2353389"/>
                <a:ext cx="43337" cy="43109"/>
              </a:xfrm>
              <a:custGeom>
                <a:rect b="b" l="l" r="r" t="t"/>
                <a:pathLst>
                  <a:path extrusionOk="0" h="755" w="759">
                    <a:moveTo>
                      <a:pt x="380" y="1"/>
                    </a:moveTo>
                    <a:cubicBezTo>
                      <a:pt x="171" y="1"/>
                      <a:pt x="1" y="166"/>
                      <a:pt x="1" y="375"/>
                    </a:cubicBezTo>
                    <a:cubicBezTo>
                      <a:pt x="1" y="588"/>
                      <a:pt x="171" y="754"/>
                      <a:pt x="380" y="754"/>
                    </a:cubicBezTo>
                    <a:cubicBezTo>
                      <a:pt x="588" y="754"/>
                      <a:pt x="759" y="588"/>
                      <a:pt x="759" y="375"/>
                    </a:cubicBezTo>
                    <a:cubicBezTo>
                      <a:pt x="759" y="166"/>
                      <a:pt x="588" y="1"/>
                      <a:pt x="3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7"/>
              <p:cNvSpPr/>
              <p:nvPr/>
            </p:nvSpPr>
            <p:spPr>
              <a:xfrm>
                <a:off x="7862488" y="2229202"/>
                <a:ext cx="568291" cy="93412"/>
              </a:xfrm>
              <a:custGeom>
                <a:rect b="b" l="l" r="r" t="t"/>
                <a:pathLst>
                  <a:path extrusionOk="0" h="1636" w="9953">
                    <a:moveTo>
                      <a:pt x="1" y="0"/>
                    </a:moveTo>
                    <a:lnTo>
                      <a:pt x="1" y="1635"/>
                    </a:lnTo>
                    <a:lnTo>
                      <a:pt x="9953" y="1635"/>
                    </a:lnTo>
                    <a:lnTo>
                      <a:pt x="995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7"/>
              <p:cNvSpPr/>
              <p:nvPr/>
            </p:nvSpPr>
            <p:spPr>
              <a:xfrm>
                <a:off x="7892293" y="2321985"/>
                <a:ext cx="531977" cy="57"/>
              </a:xfrm>
              <a:custGeom>
                <a:rect b="b" l="l" r="r" t="t"/>
                <a:pathLst>
                  <a:path extrusionOk="0" fill="none" h="1" w="9317">
                    <a:moveTo>
                      <a:pt x="0" y="1"/>
                    </a:moveTo>
                    <a:lnTo>
                      <a:pt x="9317" y="1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7"/>
              <p:cNvSpPr/>
              <p:nvPr/>
            </p:nvSpPr>
            <p:spPr>
              <a:xfrm>
                <a:off x="7862488" y="2228402"/>
                <a:ext cx="561782" cy="856"/>
              </a:xfrm>
              <a:custGeom>
                <a:rect b="b" l="l" r="r" t="t"/>
                <a:pathLst>
                  <a:path extrusionOk="0" fill="none" h="15" w="9839">
                    <a:moveTo>
                      <a:pt x="1" y="14"/>
                    </a:moveTo>
                    <a:lnTo>
                      <a:pt x="9839" y="0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7"/>
              <p:cNvSpPr/>
              <p:nvPr/>
            </p:nvSpPr>
            <p:spPr>
              <a:xfrm>
                <a:off x="7842219" y="2133164"/>
                <a:ext cx="568291" cy="93412"/>
              </a:xfrm>
              <a:custGeom>
                <a:rect b="b" l="l" r="r" t="t"/>
                <a:pathLst>
                  <a:path extrusionOk="0" h="1636" w="9953">
                    <a:moveTo>
                      <a:pt x="1" y="0"/>
                    </a:moveTo>
                    <a:lnTo>
                      <a:pt x="1" y="1635"/>
                    </a:lnTo>
                    <a:lnTo>
                      <a:pt x="9952" y="1635"/>
                    </a:lnTo>
                    <a:lnTo>
                      <a:pt x="99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7"/>
              <p:cNvSpPr/>
              <p:nvPr/>
            </p:nvSpPr>
            <p:spPr>
              <a:xfrm>
                <a:off x="7842219" y="2132307"/>
                <a:ext cx="561497" cy="914"/>
              </a:xfrm>
              <a:custGeom>
                <a:rect b="b" l="l" r="r" t="t"/>
                <a:pathLst>
                  <a:path extrusionOk="0" fill="none" h="16" w="9834">
                    <a:moveTo>
                      <a:pt x="1" y="15"/>
                    </a:moveTo>
                    <a:lnTo>
                      <a:pt x="9834" y="1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7"/>
              <p:cNvSpPr/>
              <p:nvPr/>
            </p:nvSpPr>
            <p:spPr>
              <a:xfrm>
                <a:off x="7579741" y="2019482"/>
                <a:ext cx="50645" cy="96952"/>
              </a:xfrm>
              <a:custGeom>
                <a:rect b="b" l="l" r="r" t="t"/>
                <a:pathLst>
                  <a:path extrusionOk="0" fill="none" h="1698" w="887">
                    <a:moveTo>
                      <a:pt x="887" y="849"/>
                    </a:moveTo>
                    <a:cubicBezTo>
                      <a:pt x="887" y="1318"/>
                      <a:pt x="688" y="1697"/>
                      <a:pt x="442" y="1697"/>
                    </a:cubicBezTo>
                    <a:cubicBezTo>
                      <a:pt x="200" y="1697"/>
                      <a:pt x="1" y="1318"/>
                      <a:pt x="1" y="849"/>
                    </a:cubicBezTo>
                    <a:cubicBezTo>
                      <a:pt x="1" y="380"/>
                      <a:pt x="200" y="1"/>
                      <a:pt x="442" y="1"/>
                    </a:cubicBezTo>
                    <a:cubicBezTo>
                      <a:pt x="688" y="1"/>
                      <a:pt x="887" y="380"/>
                      <a:pt x="887" y="849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7"/>
              <p:cNvSpPr/>
              <p:nvPr/>
            </p:nvSpPr>
            <p:spPr>
              <a:xfrm>
                <a:off x="7579741" y="2392615"/>
                <a:ext cx="50645" cy="57"/>
              </a:xfrm>
              <a:custGeom>
                <a:rect b="b" l="l" r="r" t="t"/>
                <a:pathLst>
                  <a:path extrusionOk="0" fill="none" h="1" w="887">
                    <a:moveTo>
                      <a:pt x="887" y="1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7"/>
              <p:cNvSpPr/>
              <p:nvPr/>
            </p:nvSpPr>
            <p:spPr>
              <a:xfrm>
                <a:off x="7645518" y="1958617"/>
                <a:ext cx="57" cy="469227"/>
              </a:xfrm>
              <a:custGeom>
                <a:rect b="b" l="l" r="r" t="t"/>
                <a:pathLst>
                  <a:path extrusionOk="0" fill="none" h="8218" w="1">
                    <a:moveTo>
                      <a:pt x="0" y="1"/>
                    </a:moveTo>
                    <a:lnTo>
                      <a:pt x="0" y="8218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7"/>
              <p:cNvSpPr/>
              <p:nvPr/>
            </p:nvSpPr>
            <p:spPr>
              <a:xfrm>
                <a:off x="7434999" y="1956161"/>
                <a:ext cx="57" cy="469284"/>
              </a:xfrm>
              <a:custGeom>
                <a:rect b="b" l="l" r="r" t="t"/>
                <a:pathLst>
                  <a:path extrusionOk="0" fill="none" h="8219" w="1">
                    <a:moveTo>
                      <a:pt x="0" y="1"/>
                    </a:moveTo>
                    <a:lnTo>
                      <a:pt x="0" y="8218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7"/>
              <p:cNvSpPr/>
              <p:nvPr/>
            </p:nvSpPr>
            <p:spPr>
              <a:xfrm>
                <a:off x="7762111" y="1910997"/>
                <a:ext cx="57" cy="516847"/>
              </a:xfrm>
              <a:custGeom>
                <a:rect b="b" l="l" r="r" t="t"/>
                <a:pathLst>
                  <a:path extrusionOk="0" fill="none" h="9052" w="1">
                    <a:moveTo>
                      <a:pt x="1" y="0"/>
                    </a:moveTo>
                    <a:lnTo>
                      <a:pt x="1" y="9052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8" name="Google Shape;458;p27"/>
            <p:cNvGrpSpPr/>
            <p:nvPr/>
          </p:nvGrpSpPr>
          <p:grpSpPr>
            <a:xfrm>
              <a:off x="5897811" y="1747897"/>
              <a:ext cx="1804747" cy="727621"/>
              <a:chOff x="6831593" y="1280013"/>
              <a:chExt cx="1341620" cy="540942"/>
            </a:xfrm>
          </p:grpSpPr>
          <p:sp>
            <p:nvSpPr>
              <p:cNvPr id="459" name="Google Shape;459;p27"/>
              <p:cNvSpPr/>
              <p:nvPr/>
            </p:nvSpPr>
            <p:spPr>
              <a:xfrm>
                <a:off x="6831593" y="1743759"/>
                <a:ext cx="1341620" cy="77196"/>
              </a:xfrm>
              <a:custGeom>
                <a:rect b="b" l="l" r="r" t="t"/>
                <a:pathLst>
                  <a:path extrusionOk="0" h="1352" w="23497">
                    <a:moveTo>
                      <a:pt x="1" y="1"/>
                    </a:moveTo>
                    <a:lnTo>
                      <a:pt x="1" y="1351"/>
                    </a:lnTo>
                    <a:lnTo>
                      <a:pt x="23496" y="1351"/>
                    </a:lnTo>
                    <a:lnTo>
                      <a:pt x="234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7"/>
              <p:cNvSpPr/>
              <p:nvPr/>
            </p:nvSpPr>
            <p:spPr>
              <a:xfrm>
                <a:off x="7017788" y="1307077"/>
                <a:ext cx="192419" cy="437024"/>
              </a:xfrm>
              <a:custGeom>
                <a:rect b="b" l="l" r="r" t="t"/>
                <a:pathLst>
                  <a:path extrusionOk="0" h="7654" w="3370">
                    <a:moveTo>
                      <a:pt x="1379" y="0"/>
                    </a:moveTo>
                    <a:lnTo>
                      <a:pt x="0" y="7274"/>
                    </a:lnTo>
                    <a:lnTo>
                      <a:pt x="1990" y="7654"/>
                    </a:lnTo>
                    <a:lnTo>
                      <a:pt x="3369" y="375"/>
                    </a:lnTo>
                    <a:lnTo>
                      <a:pt x="137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7"/>
              <p:cNvSpPr/>
              <p:nvPr/>
            </p:nvSpPr>
            <p:spPr>
              <a:xfrm>
                <a:off x="7094869" y="1330601"/>
                <a:ext cx="91527" cy="107457"/>
              </a:xfrm>
              <a:custGeom>
                <a:rect b="b" l="l" r="r" t="t"/>
                <a:pathLst>
                  <a:path extrusionOk="0" fill="none" h="1882" w="1603">
                    <a:moveTo>
                      <a:pt x="1602" y="479"/>
                    </a:moveTo>
                    <a:lnTo>
                      <a:pt x="1375" y="1673"/>
                    </a:lnTo>
                    <a:cubicBezTo>
                      <a:pt x="1361" y="1669"/>
                      <a:pt x="1342" y="1664"/>
                      <a:pt x="1323" y="1664"/>
                    </a:cubicBezTo>
                    <a:cubicBezTo>
                      <a:pt x="1190" y="1664"/>
                      <a:pt x="1081" y="1759"/>
                      <a:pt x="1053" y="1882"/>
                    </a:cubicBezTo>
                    <a:lnTo>
                      <a:pt x="223" y="1725"/>
                    </a:lnTo>
                    <a:cubicBezTo>
                      <a:pt x="228" y="1706"/>
                      <a:pt x="228" y="1688"/>
                      <a:pt x="228" y="1664"/>
                    </a:cubicBezTo>
                    <a:cubicBezTo>
                      <a:pt x="228" y="1531"/>
                      <a:pt x="133" y="1417"/>
                      <a:pt x="1" y="1394"/>
                    </a:cubicBezTo>
                    <a:lnTo>
                      <a:pt x="228" y="204"/>
                    </a:lnTo>
                    <a:cubicBezTo>
                      <a:pt x="247" y="209"/>
                      <a:pt x="266" y="209"/>
                      <a:pt x="285" y="209"/>
                    </a:cubicBezTo>
                    <a:cubicBezTo>
                      <a:pt x="418" y="209"/>
                      <a:pt x="522" y="119"/>
                      <a:pt x="555" y="0"/>
                    </a:cubicBezTo>
                    <a:lnTo>
                      <a:pt x="1384" y="157"/>
                    </a:lnTo>
                    <a:cubicBezTo>
                      <a:pt x="1380" y="176"/>
                      <a:pt x="1380" y="190"/>
                      <a:pt x="1380" y="209"/>
                    </a:cubicBezTo>
                    <a:cubicBezTo>
                      <a:pt x="1380" y="342"/>
                      <a:pt x="1474" y="455"/>
                      <a:pt x="1602" y="479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7"/>
              <p:cNvSpPr/>
              <p:nvPr/>
            </p:nvSpPr>
            <p:spPr>
              <a:xfrm>
                <a:off x="7131126" y="1328431"/>
                <a:ext cx="78795" cy="415384"/>
              </a:xfrm>
              <a:custGeom>
                <a:rect b="b" l="l" r="r" t="t"/>
                <a:pathLst>
                  <a:path extrusionOk="0" fill="none" h="7275" w="1380">
                    <a:moveTo>
                      <a:pt x="1380" y="1"/>
                    </a:moveTo>
                    <a:lnTo>
                      <a:pt x="1" y="7275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27"/>
              <p:cNvSpPr/>
              <p:nvPr/>
            </p:nvSpPr>
            <p:spPr>
              <a:xfrm>
                <a:off x="7017788" y="1306791"/>
                <a:ext cx="78795" cy="415384"/>
              </a:xfrm>
              <a:custGeom>
                <a:rect b="b" l="l" r="r" t="t"/>
                <a:pathLst>
                  <a:path extrusionOk="0" fill="none" h="7275" w="1380">
                    <a:moveTo>
                      <a:pt x="1379" y="0"/>
                    </a:moveTo>
                    <a:lnTo>
                      <a:pt x="0" y="7275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7"/>
              <p:cNvSpPr/>
              <p:nvPr/>
            </p:nvSpPr>
            <p:spPr>
              <a:xfrm>
                <a:off x="6848379" y="1399860"/>
                <a:ext cx="221139" cy="344526"/>
              </a:xfrm>
              <a:custGeom>
                <a:rect b="b" l="l" r="r" t="t"/>
                <a:pathLst>
                  <a:path extrusionOk="0" h="6034" w="3873">
                    <a:moveTo>
                      <a:pt x="1654" y="1"/>
                    </a:moveTo>
                    <a:lnTo>
                      <a:pt x="1" y="5346"/>
                    </a:lnTo>
                    <a:lnTo>
                      <a:pt x="2218" y="6033"/>
                    </a:lnTo>
                    <a:lnTo>
                      <a:pt x="3872" y="688"/>
                    </a:lnTo>
                    <a:lnTo>
                      <a:pt x="16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7"/>
              <p:cNvSpPr/>
              <p:nvPr/>
            </p:nvSpPr>
            <p:spPr>
              <a:xfrm>
                <a:off x="6934711" y="1424755"/>
                <a:ext cx="109113" cy="95867"/>
              </a:xfrm>
              <a:custGeom>
                <a:rect b="b" l="l" r="r" t="t"/>
                <a:pathLst>
                  <a:path extrusionOk="0" fill="none" h="1679" w="1911">
                    <a:moveTo>
                      <a:pt x="1910" y="475"/>
                    </a:moveTo>
                    <a:lnTo>
                      <a:pt x="1540" y="1678"/>
                    </a:lnTo>
                    <a:lnTo>
                      <a:pt x="0" y="1200"/>
                    </a:lnTo>
                    <a:lnTo>
                      <a:pt x="375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7"/>
              <p:cNvSpPr/>
              <p:nvPr/>
            </p:nvSpPr>
            <p:spPr>
              <a:xfrm>
                <a:off x="6904906" y="1521364"/>
                <a:ext cx="109113" cy="95810"/>
              </a:xfrm>
              <a:custGeom>
                <a:rect b="b" l="l" r="r" t="t"/>
                <a:pathLst>
                  <a:path extrusionOk="0" fill="none" h="1678" w="1911">
                    <a:moveTo>
                      <a:pt x="1911" y="479"/>
                    </a:moveTo>
                    <a:lnTo>
                      <a:pt x="1536" y="1678"/>
                    </a:lnTo>
                    <a:lnTo>
                      <a:pt x="1" y="1204"/>
                    </a:lnTo>
                    <a:lnTo>
                      <a:pt x="371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27"/>
              <p:cNvSpPr/>
              <p:nvPr/>
            </p:nvSpPr>
            <p:spPr>
              <a:xfrm>
                <a:off x="6874873" y="1618201"/>
                <a:ext cx="109113" cy="95867"/>
              </a:xfrm>
              <a:custGeom>
                <a:rect b="b" l="l" r="r" t="t"/>
                <a:pathLst>
                  <a:path extrusionOk="0" fill="none" h="1679" w="1911">
                    <a:moveTo>
                      <a:pt x="1911" y="475"/>
                    </a:moveTo>
                    <a:lnTo>
                      <a:pt x="1541" y="1679"/>
                    </a:lnTo>
                    <a:lnTo>
                      <a:pt x="1" y="1205"/>
                    </a:lnTo>
                    <a:lnTo>
                      <a:pt x="375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27"/>
              <p:cNvSpPr/>
              <p:nvPr/>
            </p:nvSpPr>
            <p:spPr>
              <a:xfrm>
                <a:off x="6848665" y="1399575"/>
                <a:ext cx="94496" cy="305015"/>
              </a:xfrm>
              <a:custGeom>
                <a:rect b="b" l="l" r="r" t="t"/>
                <a:pathLst>
                  <a:path extrusionOk="0" fill="none" h="5342" w="1655">
                    <a:moveTo>
                      <a:pt x="1654" y="1"/>
                    </a:moveTo>
                    <a:lnTo>
                      <a:pt x="0" y="5342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7"/>
              <p:cNvSpPr/>
              <p:nvPr/>
            </p:nvSpPr>
            <p:spPr>
              <a:xfrm>
                <a:off x="6975307" y="1438858"/>
                <a:ext cx="94439" cy="305243"/>
              </a:xfrm>
              <a:custGeom>
                <a:rect b="b" l="l" r="r" t="t"/>
                <a:pathLst>
                  <a:path extrusionOk="0" fill="none" h="5346" w="1654">
                    <a:moveTo>
                      <a:pt x="1654" y="0"/>
                    </a:moveTo>
                    <a:lnTo>
                      <a:pt x="0" y="5346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7"/>
              <p:cNvSpPr/>
              <p:nvPr/>
            </p:nvSpPr>
            <p:spPr>
              <a:xfrm>
                <a:off x="7243723" y="1604955"/>
                <a:ext cx="864799" cy="138861"/>
              </a:xfrm>
              <a:custGeom>
                <a:rect b="b" l="l" r="r" t="t"/>
                <a:pathLst>
                  <a:path extrusionOk="0" h="2432" w="15146">
                    <a:moveTo>
                      <a:pt x="0" y="1"/>
                    </a:moveTo>
                    <a:lnTo>
                      <a:pt x="0" y="2432"/>
                    </a:lnTo>
                    <a:lnTo>
                      <a:pt x="15146" y="2432"/>
                    </a:lnTo>
                    <a:lnTo>
                      <a:pt x="151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7"/>
              <p:cNvSpPr/>
              <p:nvPr/>
            </p:nvSpPr>
            <p:spPr>
              <a:xfrm>
                <a:off x="7942082" y="1630934"/>
                <a:ext cx="127727" cy="86103"/>
              </a:xfrm>
              <a:custGeom>
                <a:rect b="b" l="l" r="r" t="t"/>
                <a:pathLst>
                  <a:path extrusionOk="0" h="1508" w="2237">
                    <a:moveTo>
                      <a:pt x="0" y="1"/>
                    </a:moveTo>
                    <a:lnTo>
                      <a:pt x="0" y="1508"/>
                    </a:lnTo>
                    <a:lnTo>
                      <a:pt x="2237" y="1508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7"/>
              <p:cNvSpPr/>
              <p:nvPr/>
            </p:nvSpPr>
            <p:spPr>
              <a:xfrm>
                <a:off x="7950475" y="1639042"/>
                <a:ext cx="110998" cy="25237"/>
              </a:xfrm>
              <a:custGeom>
                <a:rect b="b" l="l" r="r" t="t"/>
                <a:pathLst>
                  <a:path extrusionOk="0" h="442" w="1944">
                    <a:moveTo>
                      <a:pt x="0" y="1"/>
                    </a:moveTo>
                    <a:lnTo>
                      <a:pt x="0" y="442"/>
                    </a:lnTo>
                    <a:lnTo>
                      <a:pt x="1943" y="442"/>
                    </a:lnTo>
                    <a:lnTo>
                      <a:pt x="19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27"/>
              <p:cNvSpPr/>
              <p:nvPr/>
            </p:nvSpPr>
            <p:spPr>
              <a:xfrm>
                <a:off x="7950475" y="1661253"/>
                <a:ext cx="110998" cy="25465"/>
              </a:xfrm>
              <a:custGeom>
                <a:rect b="b" l="l" r="r" t="t"/>
                <a:pathLst>
                  <a:path extrusionOk="0" h="446" w="1944">
                    <a:moveTo>
                      <a:pt x="0" y="0"/>
                    </a:moveTo>
                    <a:lnTo>
                      <a:pt x="0" y="446"/>
                    </a:lnTo>
                    <a:lnTo>
                      <a:pt x="1943" y="446"/>
                    </a:lnTo>
                    <a:lnTo>
                      <a:pt x="19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7"/>
              <p:cNvSpPr/>
              <p:nvPr/>
            </p:nvSpPr>
            <p:spPr>
              <a:xfrm>
                <a:off x="7950475" y="1683692"/>
                <a:ext cx="110998" cy="25523"/>
              </a:xfrm>
              <a:custGeom>
                <a:rect b="b" l="l" r="r" t="t"/>
                <a:pathLst>
                  <a:path extrusionOk="0" h="447" w="1944">
                    <a:moveTo>
                      <a:pt x="0" y="1"/>
                    </a:moveTo>
                    <a:lnTo>
                      <a:pt x="0" y="446"/>
                    </a:lnTo>
                    <a:lnTo>
                      <a:pt x="1943" y="446"/>
                    </a:lnTo>
                    <a:lnTo>
                      <a:pt x="19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7"/>
              <p:cNvSpPr/>
              <p:nvPr/>
            </p:nvSpPr>
            <p:spPr>
              <a:xfrm>
                <a:off x="7272671" y="1625510"/>
                <a:ext cx="57" cy="100720"/>
              </a:xfrm>
              <a:custGeom>
                <a:rect b="b" l="l" r="r" t="t"/>
                <a:pathLst>
                  <a:path extrusionOk="0" fill="none" h="1764" w="1">
                    <a:moveTo>
                      <a:pt x="0" y="1"/>
                    </a:moveTo>
                    <a:lnTo>
                      <a:pt x="0" y="1764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7"/>
              <p:cNvSpPr/>
              <p:nvPr/>
            </p:nvSpPr>
            <p:spPr>
              <a:xfrm>
                <a:off x="7296481" y="1625510"/>
                <a:ext cx="57" cy="100720"/>
              </a:xfrm>
              <a:custGeom>
                <a:rect b="b" l="l" r="r" t="t"/>
                <a:pathLst>
                  <a:path extrusionOk="0" fill="none" h="1764" w="1">
                    <a:moveTo>
                      <a:pt x="0" y="1"/>
                    </a:moveTo>
                    <a:lnTo>
                      <a:pt x="0" y="1764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7"/>
              <p:cNvSpPr/>
              <p:nvPr/>
            </p:nvSpPr>
            <p:spPr>
              <a:xfrm>
                <a:off x="7320290" y="1625510"/>
                <a:ext cx="57" cy="100720"/>
              </a:xfrm>
              <a:custGeom>
                <a:rect b="b" l="l" r="r" t="t"/>
                <a:pathLst>
                  <a:path extrusionOk="0" fill="none" h="1764" w="1">
                    <a:moveTo>
                      <a:pt x="0" y="1"/>
                    </a:moveTo>
                    <a:lnTo>
                      <a:pt x="0" y="1764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7"/>
              <p:cNvSpPr/>
              <p:nvPr/>
            </p:nvSpPr>
            <p:spPr>
              <a:xfrm>
                <a:off x="7272671" y="1492130"/>
                <a:ext cx="509024" cy="112882"/>
              </a:xfrm>
              <a:custGeom>
                <a:rect b="b" l="l" r="r" t="t"/>
                <a:pathLst>
                  <a:path extrusionOk="0" h="1977" w="8915">
                    <a:moveTo>
                      <a:pt x="0" y="1"/>
                    </a:moveTo>
                    <a:lnTo>
                      <a:pt x="0" y="1977"/>
                    </a:lnTo>
                    <a:lnTo>
                      <a:pt x="7928" y="1977"/>
                    </a:lnTo>
                    <a:cubicBezTo>
                      <a:pt x="8203" y="1977"/>
                      <a:pt x="8450" y="1868"/>
                      <a:pt x="8625" y="1688"/>
                    </a:cubicBezTo>
                    <a:cubicBezTo>
                      <a:pt x="8805" y="1508"/>
                      <a:pt x="8914" y="1261"/>
                      <a:pt x="8914" y="991"/>
                    </a:cubicBezTo>
                    <a:cubicBezTo>
                      <a:pt x="8914" y="446"/>
                      <a:pt x="8473" y="1"/>
                      <a:pt x="7928" y="1"/>
                    </a:cubicBezTo>
                    <a:close/>
                  </a:path>
                </a:pathLst>
              </a:custGeom>
              <a:solidFill>
                <a:srgbClr val="857FF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7"/>
              <p:cNvSpPr/>
              <p:nvPr/>
            </p:nvSpPr>
            <p:spPr>
              <a:xfrm>
                <a:off x="7272671" y="1505662"/>
                <a:ext cx="495720" cy="85818"/>
              </a:xfrm>
              <a:custGeom>
                <a:rect b="b" l="l" r="r" t="t"/>
                <a:pathLst>
                  <a:path extrusionOk="0" h="1503" w="8682">
                    <a:moveTo>
                      <a:pt x="0" y="1"/>
                    </a:moveTo>
                    <a:lnTo>
                      <a:pt x="0" y="1503"/>
                    </a:lnTo>
                    <a:lnTo>
                      <a:pt x="7909" y="1503"/>
                    </a:lnTo>
                    <a:cubicBezTo>
                      <a:pt x="8113" y="1503"/>
                      <a:pt x="8307" y="1427"/>
                      <a:pt x="8454" y="1285"/>
                    </a:cubicBezTo>
                    <a:cubicBezTo>
                      <a:pt x="8597" y="1143"/>
                      <a:pt x="8682" y="953"/>
                      <a:pt x="8682" y="754"/>
                    </a:cubicBezTo>
                    <a:cubicBezTo>
                      <a:pt x="8682" y="337"/>
                      <a:pt x="8331" y="1"/>
                      <a:pt x="7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7"/>
              <p:cNvSpPr/>
              <p:nvPr/>
            </p:nvSpPr>
            <p:spPr>
              <a:xfrm>
                <a:off x="7385781" y="1492130"/>
                <a:ext cx="528494" cy="112882"/>
              </a:xfrm>
              <a:custGeom>
                <a:rect b="b" l="l" r="r" t="t"/>
                <a:pathLst>
                  <a:path extrusionOk="0" h="1977" w="9256">
                    <a:moveTo>
                      <a:pt x="0" y="1"/>
                    </a:moveTo>
                    <a:lnTo>
                      <a:pt x="0" y="10"/>
                    </a:lnTo>
                    <a:cubicBezTo>
                      <a:pt x="488" y="67"/>
                      <a:pt x="867" y="484"/>
                      <a:pt x="867" y="991"/>
                    </a:cubicBezTo>
                    <a:cubicBezTo>
                      <a:pt x="867" y="1261"/>
                      <a:pt x="758" y="1508"/>
                      <a:pt x="578" y="1688"/>
                    </a:cubicBezTo>
                    <a:cubicBezTo>
                      <a:pt x="427" y="1839"/>
                      <a:pt x="227" y="1944"/>
                      <a:pt x="0" y="1967"/>
                    </a:cubicBezTo>
                    <a:lnTo>
                      <a:pt x="0" y="1977"/>
                    </a:lnTo>
                    <a:lnTo>
                      <a:pt x="8265" y="1977"/>
                    </a:lnTo>
                    <a:cubicBezTo>
                      <a:pt x="8540" y="1977"/>
                      <a:pt x="8786" y="1868"/>
                      <a:pt x="8966" y="1688"/>
                    </a:cubicBezTo>
                    <a:cubicBezTo>
                      <a:pt x="9141" y="1508"/>
                      <a:pt x="9255" y="1261"/>
                      <a:pt x="9255" y="991"/>
                    </a:cubicBezTo>
                    <a:cubicBezTo>
                      <a:pt x="9255" y="446"/>
                      <a:pt x="8810" y="1"/>
                      <a:pt x="82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7"/>
              <p:cNvSpPr/>
              <p:nvPr/>
            </p:nvSpPr>
            <p:spPr>
              <a:xfrm>
                <a:off x="7374133" y="1527873"/>
                <a:ext cx="35743" cy="47105"/>
              </a:xfrm>
              <a:custGeom>
                <a:rect b="b" l="l" r="r" t="t"/>
                <a:pathLst>
                  <a:path extrusionOk="0" h="825" w="626">
                    <a:moveTo>
                      <a:pt x="0" y="0"/>
                    </a:moveTo>
                    <a:lnTo>
                      <a:pt x="0" y="825"/>
                    </a:lnTo>
                    <a:lnTo>
                      <a:pt x="313" y="588"/>
                    </a:lnTo>
                    <a:lnTo>
                      <a:pt x="626" y="825"/>
                    </a:lnTo>
                    <a:lnTo>
                      <a:pt x="6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7"/>
              <p:cNvSpPr/>
              <p:nvPr/>
            </p:nvSpPr>
            <p:spPr>
              <a:xfrm>
                <a:off x="7417413" y="1507318"/>
                <a:ext cx="38998" cy="81193"/>
              </a:xfrm>
              <a:custGeom>
                <a:rect b="b" l="l" r="r" t="t"/>
                <a:pathLst>
                  <a:path extrusionOk="0" fill="none" h="1422" w="683">
                    <a:moveTo>
                      <a:pt x="0" y="0"/>
                    </a:moveTo>
                    <a:cubicBezTo>
                      <a:pt x="0" y="0"/>
                      <a:pt x="683" y="626"/>
                      <a:pt x="24" y="1422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7"/>
              <p:cNvSpPr/>
              <p:nvPr/>
            </p:nvSpPr>
            <p:spPr>
              <a:xfrm>
                <a:off x="7272671" y="1492130"/>
                <a:ext cx="585021" cy="112882"/>
              </a:xfrm>
              <a:custGeom>
                <a:rect b="b" l="l" r="r" t="t"/>
                <a:pathLst>
                  <a:path extrusionOk="0" fill="none" h="1977" w="10246">
                    <a:moveTo>
                      <a:pt x="10246" y="1977"/>
                    </a:moveTo>
                    <a:lnTo>
                      <a:pt x="0" y="1977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7"/>
              <p:cNvSpPr/>
              <p:nvPr/>
            </p:nvSpPr>
            <p:spPr>
              <a:xfrm>
                <a:off x="7292655" y="1527873"/>
                <a:ext cx="117221" cy="57"/>
              </a:xfrm>
              <a:custGeom>
                <a:rect b="b" l="l" r="r" t="t"/>
                <a:pathLst>
                  <a:path extrusionOk="0" fill="none" h="1" w="2053">
                    <a:moveTo>
                      <a:pt x="2053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7"/>
              <p:cNvSpPr/>
              <p:nvPr/>
            </p:nvSpPr>
            <p:spPr>
              <a:xfrm>
                <a:off x="7256684" y="1280013"/>
                <a:ext cx="509024" cy="112882"/>
              </a:xfrm>
              <a:custGeom>
                <a:rect b="b" l="l" r="r" t="t"/>
                <a:pathLst>
                  <a:path extrusionOk="0" h="1977" w="8915">
                    <a:moveTo>
                      <a:pt x="986" y="0"/>
                    </a:moveTo>
                    <a:cubicBezTo>
                      <a:pt x="441" y="0"/>
                      <a:pt x="1" y="441"/>
                      <a:pt x="1" y="986"/>
                    </a:cubicBezTo>
                    <a:cubicBezTo>
                      <a:pt x="1" y="1261"/>
                      <a:pt x="110" y="1507"/>
                      <a:pt x="290" y="1687"/>
                    </a:cubicBezTo>
                    <a:cubicBezTo>
                      <a:pt x="470" y="1863"/>
                      <a:pt x="716" y="1976"/>
                      <a:pt x="986" y="1976"/>
                    </a:cubicBezTo>
                    <a:lnTo>
                      <a:pt x="8914" y="1976"/>
                    </a:lnTo>
                    <a:lnTo>
                      <a:pt x="89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7"/>
              <p:cNvSpPr/>
              <p:nvPr/>
            </p:nvSpPr>
            <p:spPr>
              <a:xfrm>
                <a:off x="7270216" y="1293545"/>
                <a:ext cx="495492" cy="85818"/>
              </a:xfrm>
              <a:custGeom>
                <a:rect b="b" l="l" r="r" t="t"/>
                <a:pathLst>
                  <a:path extrusionOk="0" h="1503" w="8678">
                    <a:moveTo>
                      <a:pt x="773" y="0"/>
                    </a:moveTo>
                    <a:cubicBezTo>
                      <a:pt x="346" y="0"/>
                      <a:pt x="1" y="337"/>
                      <a:pt x="1" y="749"/>
                    </a:cubicBezTo>
                    <a:cubicBezTo>
                      <a:pt x="1" y="953"/>
                      <a:pt x="81" y="1138"/>
                      <a:pt x="223" y="1280"/>
                    </a:cubicBezTo>
                    <a:cubicBezTo>
                      <a:pt x="370" y="1422"/>
                      <a:pt x="564" y="1502"/>
                      <a:pt x="773" y="1502"/>
                    </a:cubicBezTo>
                    <a:lnTo>
                      <a:pt x="8677" y="1502"/>
                    </a:lnTo>
                    <a:lnTo>
                      <a:pt x="86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7"/>
              <p:cNvSpPr/>
              <p:nvPr/>
            </p:nvSpPr>
            <p:spPr>
              <a:xfrm>
                <a:off x="7256684" y="1280013"/>
                <a:ext cx="395914" cy="112882"/>
              </a:xfrm>
              <a:custGeom>
                <a:rect b="b" l="l" r="r" t="t"/>
                <a:pathLst>
                  <a:path extrusionOk="0" h="1977" w="6934">
                    <a:moveTo>
                      <a:pt x="986" y="0"/>
                    </a:moveTo>
                    <a:cubicBezTo>
                      <a:pt x="441" y="0"/>
                      <a:pt x="1" y="441"/>
                      <a:pt x="1" y="986"/>
                    </a:cubicBezTo>
                    <a:cubicBezTo>
                      <a:pt x="1" y="1261"/>
                      <a:pt x="110" y="1507"/>
                      <a:pt x="290" y="1687"/>
                    </a:cubicBezTo>
                    <a:cubicBezTo>
                      <a:pt x="470" y="1863"/>
                      <a:pt x="716" y="1976"/>
                      <a:pt x="986" y="1976"/>
                    </a:cubicBezTo>
                    <a:lnTo>
                      <a:pt x="6934" y="1976"/>
                    </a:lnTo>
                    <a:lnTo>
                      <a:pt x="6934" y="1967"/>
                    </a:lnTo>
                    <a:cubicBezTo>
                      <a:pt x="6711" y="1939"/>
                      <a:pt x="6507" y="1839"/>
                      <a:pt x="6355" y="1687"/>
                    </a:cubicBezTo>
                    <a:cubicBezTo>
                      <a:pt x="6175" y="1507"/>
                      <a:pt x="6066" y="1261"/>
                      <a:pt x="6066" y="986"/>
                    </a:cubicBezTo>
                    <a:cubicBezTo>
                      <a:pt x="6066" y="484"/>
                      <a:pt x="6445" y="67"/>
                      <a:pt x="6934" y="10"/>
                    </a:cubicBezTo>
                    <a:lnTo>
                      <a:pt x="69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7"/>
              <p:cNvSpPr/>
              <p:nvPr/>
            </p:nvSpPr>
            <p:spPr>
              <a:xfrm>
                <a:off x="7628445" y="1315470"/>
                <a:ext cx="35800" cy="47105"/>
              </a:xfrm>
              <a:custGeom>
                <a:rect b="b" l="l" r="r" t="t"/>
                <a:pathLst>
                  <a:path extrusionOk="0" h="825" w="627">
                    <a:moveTo>
                      <a:pt x="1" y="0"/>
                    </a:moveTo>
                    <a:lnTo>
                      <a:pt x="1" y="825"/>
                    </a:lnTo>
                    <a:lnTo>
                      <a:pt x="314" y="588"/>
                    </a:lnTo>
                    <a:lnTo>
                      <a:pt x="626" y="825"/>
                    </a:lnTo>
                    <a:lnTo>
                      <a:pt x="6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7"/>
              <p:cNvSpPr/>
              <p:nvPr/>
            </p:nvSpPr>
            <p:spPr>
              <a:xfrm>
                <a:off x="7577343" y="1293545"/>
                <a:ext cx="46592" cy="85818"/>
              </a:xfrm>
              <a:custGeom>
                <a:rect b="b" l="l" r="r" t="t"/>
                <a:pathLst>
                  <a:path extrusionOk="0" fill="none" h="1503" w="816">
                    <a:moveTo>
                      <a:pt x="815" y="0"/>
                    </a:moveTo>
                    <a:cubicBezTo>
                      <a:pt x="815" y="0"/>
                      <a:pt x="0" y="593"/>
                      <a:pt x="796" y="1502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7"/>
              <p:cNvSpPr/>
              <p:nvPr/>
            </p:nvSpPr>
            <p:spPr>
              <a:xfrm>
                <a:off x="7628445" y="1315470"/>
                <a:ext cx="120190" cy="57"/>
              </a:xfrm>
              <a:custGeom>
                <a:rect b="b" l="l" r="r" t="t"/>
                <a:pathLst>
                  <a:path extrusionOk="0" fill="none" h="1" w="2105">
                    <a:moveTo>
                      <a:pt x="1" y="0"/>
                    </a:moveTo>
                    <a:lnTo>
                      <a:pt x="2105" y="0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7"/>
              <p:cNvSpPr/>
              <p:nvPr/>
            </p:nvSpPr>
            <p:spPr>
              <a:xfrm>
                <a:off x="7338961" y="1311416"/>
                <a:ext cx="135036" cy="57"/>
              </a:xfrm>
              <a:custGeom>
                <a:rect b="b" l="l" r="r" t="t"/>
                <a:pathLst>
                  <a:path extrusionOk="0" fill="none" h="1" w="2365">
                    <a:moveTo>
                      <a:pt x="236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7"/>
              <p:cNvSpPr/>
              <p:nvPr/>
            </p:nvSpPr>
            <p:spPr>
              <a:xfrm>
                <a:off x="7338961" y="1338709"/>
                <a:ext cx="135036" cy="57"/>
              </a:xfrm>
              <a:custGeom>
                <a:rect b="b" l="l" r="r" t="t"/>
                <a:pathLst>
                  <a:path extrusionOk="0" fill="none" h="1" w="2365">
                    <a:moveTo>
                      <a:pt x="2365" y="1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7"/>
              <p:cNvSpPr/>
              <p:nvPr/>
            </p:nvSpPr>
            <p:spPr>
              <a:xfrm>
                <a:off x="7338961" y="1365773"/>
                <a:ext cx="135036" cy="57"/>
              </a:xfrm>
              <a:custGeom>
                <a:rect b="b" l="l" r="r" t="t"/>
                <a:pathLst>
                  <a:path extrusionOk="0" fill="none" h="1" w="2365">
                    <a:moveTo>
                      <a:pt x="2365" y="1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7"/>
              <p:cNvSpPr/>
              <p:nvPr/>
            </p:nvSpPr>
            <p:spPr>
              <a:xfrm>
                <a:off x="7765651" y="1293545"/>
                <a:ext cx="57" cy="85818"/>
              </a:xfrm>
              <a:custGeom>
                <a:rect b="b" l="l" r="r" t="t"/>
                <a:pathLst>
                  <a:path extrusionOk="0" fill="none" h="1503" w="1">
                    <a:moveTo>
                      <a:pt x="0" y="0"/>
                    </a:moveTo>
                    <a:lnTo>
                      <a:pt x="0" y="1502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7"/>
              <p:cNvSpPr/>
              <p:nvPr/>
            </p:nvSpPr>
            <p:spPr>
              <a:xfrm>
                <a:off x="7199586" y="1392038"/>
                <a:ext cx="604834" cy="99350"/>
              </a:xfrm>
              <a:custGeom>
                <a:rect b="b" l="l" r="r" t="t"/>
                <a:pathLst>
                  <a:path extrusionOk="0" h="1740" w="10593">
                    <a:moveTo>
                      <a:pt x="1" y="0"/>
                    </a:moveTo>
                    <a:lnTo>
                      <a:pt x="1" y="1739"/>
                    </a:lnTo>
                    <a:lnTo>
                      <a:pt x="10592" y="1739"/>
                    </a:lnTo>
                    <a:lnTo>
                      <a:pt x="1059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7"/>
              <p:cNvSpPr/>
              <p:nvPr/>
            </p:nvSpPr>
            <p:spPr>
              <a:xfrm>
                <a:off x="7206609" y="1392837"/>
                <a:ext cx="566122" cy="57"/>
              </a:xfrm>
              <a:custGeom>
                <a:rect b="b" l="l" r="r" t="t"/>
                <a:pathLst>
                  <a:path extrusionOk="0" fill="none" h="1" w="9915">
                    <a:moveTo>
                      <a:pt x="9915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7"/>
              <p:cNvSpPr/>
              <p:nvPr/>
            </p:nvSpPr>
            <p:spPr>
              <a:xfrm>
                <a:off x="7206609" y="1491331"/>
                <a:ext cx="597811" cy="856"/>
              </a:xfrm>
              <a:custGeom>
                <a:rect b="b" l="l" r="r" t="t"/>
                <a:pathLst>
                  <a:path extrusionOk="0" fill="none" h="15" w="10470">
                    <a:moveTo>
                      <a:pt x="10469" y="0"/>
                    </a:moveTo>
                    <a:lnTo>
                      <a:pt x="1" y="15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7"/>
              <p:cNvSpPr/>
              <p:nvPr/>
            </p:nvSpPr>
            <p:spPr>
              <a:xfrm>
                <a:off x="7234473" y="1410709"/>
                <a:ext cx="99635" cy="67147"/>
              </a:xfrm>
              <a:custGeom>
                <a:rect b="b" l="l" r="r" t="t"/>
                <a:pathLst>
                  <a:path extrusionOk="0" h="1176" w="1745">
                    <a:moveTo>
                      <a:pt x="1" y="0"/>
                    </a:moveTo>
                    <a:lnTo>
                      <a:pt x="1" y="1175"/>
                    </a:lnTo>
                    <a:lnTo>
                      <a:pt x="1745" y="1175"/>
                    </a:lnTo>
                    <a:lnTo>
                      <a:pt x="17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7"/>
              <p:cNvSpPr/>
              <p:nvPr/>
            </p:nvSpPr>
            <p:spPr>
              <a:xfrm>
                <a:off x="7240696" y="1415848"/>
                <a:ext cx="31461" cy="56869"/>
              </a:xfrm>
              <a:custGeom>
                <a:rect b="b" l="l" r="r" t="t"/>
                <a:pathLst>
                  <a:path extrusionOk="0" h="996" w="551">
                    <a:moveTo>
                      <a:pt x="1" y="0"/>
                    </a:moveTo>
                    <a:lnTo>
                      <a:pt x="1" y="995"/>
                    </a:lnTo>
                    <a:lnTo>
                      <a:pt x="551" y="995"/>
                    </a:lnTo>
                    <a:lnTo>
                      <a:pt x="5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7"/>
              <p:cNvSpPr/>
              <p:nvPr/>
            </p:nvSpPr>
            <p:spPr>
              <a:xfrm>
                <a:off x="7268617" y="1415848"/>
                <a:ext cx="31404" cy="56869"/>
              </a:xfrm>
              <a:custGeom>
                <a:rect b="b" l="l" r="r" t="t"/>
                <a:pathLst>
                  <a:path extrusionOk="0" h="996" w="550">
                    <a:moveTo>
                      <a:pt x="0" y="0"/>
                    </a:moveTo>
                    <a:lnTo>
                      <a:pt x="0" y="995"/>
                    </a:lnTo>
                    <a:lnTo>
                      <a:pt x="550" y="995"/>
                    </a:lnTo>
                    <a:lnTo>
                      <a:pt x="5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7"/>
              <p:cNvSpPr/>
              <p:nvPr/>
            </p:nvSpPr>
            <p:spPr>
              <a:xfrm>
                <a:off x="7296481" y="1415848"/>
                <a:ext cx="31404" cy="56869"/>
              </a:xfrm>
              <a:custGeom>
                <a:rect b="b" l="l" r="r" t="t"/>
                <a:pathLst>
                  <a:path extrusionOk="0" h="996" w="550">
                    <a:moveTo>
                      <a:pt x="0" y="0"/>
                    </a:moveTo>
                    <a:lnTo>
                      <a:pt x="0" y="995"/>
                    </a:lnTo>
                    <a:lnTo>
                      <a:pt x="550" y="995"/>
                    </a:lnTo>
                    <a:lnTo>
                      <a:pt x="5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8"/>
          <p:cNvSpPr txBox="1"/>
          <p:nvPr>
            <p:ph type="ctrTitle"/>
          </p:nvPr>
        </p:nvSpPr>
        <p:spPr>
          <a:xfrm>
            <a:off x="713225" y="1141198"/>
            <a:ext cx="5712300" cy="167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Plateforme E-Learning</a:t>
            </a:r>
            <a:endParaRPr b="0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8"/>
          <p:cNvSpPr txBox="1"/>
          <p:nvPr>
            <p:ph idx="1" type="subTitle"/>
          </p:nvPr>
        </p:nvSpPr>
        <p:spPr>
          <a:xfrm>
            <a:off x="713225" y="3160075"/>
            <a:ext cx="41097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Fait par : tahir charifa </a:t>
            </a:r>
            <a:endParaRPr/>
          </a:p>
        </p:txBody>
      </p:sp>
      <p:grpSp>
        <p:nvGrpSpPr>
          <p:cNvPr id="508" name="Google Shape;508;p28"/>
          <p:cNvGrpSpPr/>
          <p:nvPr/>
        </p:nvGrpSpPr>
        <p:grpSpPr>
          <a:xfrm>
            <a:off x="4732011" y="1437277"/>
            <a:ext cx="3952765" cy="3117470"/>
            <a:chOff x="4732011" y="1437277"/>
            <a:chExt cx="3952765" cy="3117470"/>
          </a:xfrm>
        </p:grpSpPr>
        <p:sp>
          <p:nvSpPr>
            <p:cNvPr id="509" name="Google Shape;509;p28"/>
            <p:cNvSpPr/>
            <p:nvPr/>
          </p:nvSpPr>
          <p:spPr>
            <a:xfrm flipH="1">
              <a:off x="5283670" y="1521628"/>
              <a:ext cx="3401106" cy="3033119"/>
            </a:xfrm>
            <a:custGeom>
              <a:rect b="b" l="l" r="r" t="t"/>
              <a:pathLst>
                <a:path extrusionOk="0" h="49941" w="56000">
                  <a:moveTo>
                    <a:pt x="20392" y="0"/>
                  </a:moveTo>
                  <a:cubicBezTo>
                    <a:pt x="17908" y="0"/>
                    <a:pt x="15422" y="492"/>
                    <a:pt x="13132" y="1447"/>
                  </a:cubicBezTo>
                  <a:lnTo>
                    <a:pt x="13127" y="1447"/>
                  </a:lnTo>
                  <a:cubicBezTo>
                    <a:pt x="12530" y="1698"/>
                    <a:pt x="11947" y="1978"/>
                    <a:pt x="11378" y="2286"/>
                  </a:cubicBezTo>
                  <a:cubicBezTo>
                    <a:pt x="11151" y="2414"/>
                    <a:pt x="10923" y="2546"/>
                    <a:pt x="10696" y="2684"/>
                  </a:cubicBezTo>
                  <a:cubicBezTo>
                    <a:pt x="9710" y="3286"/>
                    <a:pt x="8786" y="3977"/>
                    <a:pt x="7938" y="4750"/>
                  </a:cubicBezTo>
                  <a:cubicBezTo>
                    <a:pt x="7350" y="5276"/>
                    <a:pt x="6800" y="5845"/>
                    <a:pt x="6289" y="6442"/>
                  </a:cubicBezTo>
                  <a:cubicBezTo>
                    <a:pt x="6227" y="6518"/>
                    <a:pt x="6165" y="6589"/>
                    <a:pt x="6104" y="6664"/>
                  </a:cubicBezTo>
                  <a:cubicBezTo>
                    <a:pt x="4227" y="8939"/>
                    <a:pt x="2914" y="11640"/>
                    <a:pt x="2166" y="14484"/>
                  </a:cubicBezTo>
                  <a:cubicBezTo>
                    <a:pt x="1730" y="16147"/>
                    <a:pt x="0" y="22483"/>
                    <a:pt x="1739" y="29824"/>
                  </a:cubicBezTo>
                  <a:lnTo>
                    <a:pt x="1739" y="29828"/>
                  </a:lnTo>
                  <a:cubicBezTo>
                    <a:pt x="1843" y="30283"/>
                    <a:pt x="1967" y="30743"/>
                    <a:pt x="2104" y="31207"/>
                  </a:cubicBezTo>
                  <a:cubicBezTo>
                    <a:pt x="2545" y="32714"/>
                    <a:pt x="3142" y="34254"/>
                    <a:pt x="3933" y="35795"/>
                  </a:cubicBezTo>
                  <a:cubicBezTo>
                    <a:pt x="4540" y="36984"/>
                    <a:pt x="5270" y="38173"/>
                    <a:pt x="6127" y="39353"/>
                  </a:cubicBezTo>
                  <a:cubicBezTo>
                    <a:pt x="7023" y="40576"/>
                    <a:pt x="8061" y="41785"/>
                    <a:pt x="9265" y="42965"/>
                  </a:cubicBezTo>
                  <a:cubicBezTo>
                    <a:pt x="11174" y="44841"/>
                    <a:pt x="13392" y="46315"/>
                    <a:pt x="15790" y="47410"/>
                  </a:cubicBezTo>
                  <a:cubicBezTo>
                    <a:pt x="16908" y="47917"/>
                    <a:pt x="18065" y="48348"/>
                    <a:pt x="19245" y="48694"/>
                  </a:cubicBezTo>
                  <a:cubicBezTo>
                    <a:pt x="19316" y="48713"/>
                    <a:pt x="19382" y="48732"/>
                    <a:pt x="19453" y="48755"/>
                  </a:cubicBezTo>
                  <a:cubicBezTo>
                    <a:pt x="20728" y="49120"/>
                    <a:pt x="22031" y="49391"/>
                    <a:pt x="23353" y="49575"/>
                  </a:cubicBezTo>
                  <a:cubicBezTo>
                    <a:pt x="24254" y="49699"/>
                    <a:pt x="25159" y="49793"/>
                    <a:pt x="26069" y="49850"/>
                  </a:cubicBezTo>
                  <a:cubicBezTo>
                    <a:pt x="26965" y="49911"/>
                    <a:pt x="27865" y="49941"/>
                    <a:pt x="28764" y="49941"/>
                  </a:cubicBezTo>
                  <a:cubicBezTo>
                    <a:pt x="30331" y="49941"/>
                    <a:pt x="31898" y="49849"/>
                    <a:pt x="33452" y="49665"/>
                  </a:cubicBezTo>
                  <a:cubicBezTo>
                    <a:pt x="33457" y="49665"/>
                    <a:pt x="33461" y="49665"/>
                    <a:pt x="33461" y="49661"/>
                  </a:cubicBezTo>
                  <a:lnTo>
                    <a:pt x="33504" y="49661"/>
                  </a:lnTo>
                  <a:cubicBezTo>
                    <a:pt x="33812" y="49623"/>
                    <a:pt x="34125" y="49580"/>
                    <a:pt x="34433" y="49533"/>
                  </a:cubicBezTo>
                  <a:cubicBezTo>
                    <a:pt x="34603" y="49509"/>
                    <a:pt x="34774" y="49485"/>
                    <a:pt x="34940" y="49457"/>
                  </a:cubicBezTo>
                  <a:cubicBezTo>
                    <a:pt x="35134" y="49428"/>
                    <a:pt x="35333" y="49395"/>
                    <a:pt x="35528" y="49362"/>
                  </a:cubicBezTo>
                  <a:cubicBezTo>
                    <a:pt x="35812" y="49310"/>
                    <a:pt x="36096" y="49258"/>
                    <a:pt x="36376" y="49206"/>
                  </a:cubicBezTo>
                  <a:lnTo>
                    <a:pt x="36471" y="49187"/>
                  </a:lnTo>
                  <a:cubicBezTo>
                    <a:pt x="37471" y="48983"/>
                    <a:pt x="38480" y="48746"/>
                    <a:pt x="39485" y="48466"/>
                  </a:cubicBezTo>
                  <a:cubicBezTo>
                    <a:pt x="39674" y="48414"/>
                    <a:pt x="39859" y="48362"/>
                    <a:pt x="40044" y="48301"/>
                  </a:cubicBezTo>
                  <a:cubicBezTo>
                    <a:pt x="40191" y="48263"/>
                    <a:pt x="40333" y="48215"/>
                    <a:pt x="40475" y="48173"/>
                  </a:cubicBezTo>
                  <a:cubicBezTo>
                    <a:pt x="41579" y="47827"/>
                    <a:pt x="42664" y="47429"/>
                    <a:pt x="43716" y="46959"/>
                  </a:cubicBezTo>
                  <a:cubicBezTo>
                    <a:pt x="44484" y="46613"/>
                    <a:pt x="45228" y="46239"/>
                    <a:pt x="45948" y="45822"/>
                  </a:cubicBezTo>
                  <a:cubicBezTo>
                    <a:pt x="45977" y="45803"/>
                    <a:pt x="46010" y="45784"/>
                    <a:pt x="46038" y="45765"/>
                  </a:cubicBezTo>
                  <a:cubicBezTo>
                    <a:pt x="48721" y="44182"/>
                    <a:pt x="51014" y="41965"/>
                    <a:pt x="52701" y="39353"/>
                  </a:cubicBezTo>
                  <a:cubicBezTo>
                    <a:pt x="53033" y="38837"/>
                    <a:pt x="53346" y="38301"/>
                    <a:pt x="53630" y="37756"/>
                  </a:cubicBezTo>
                  <a:lnTo>
                    <a:pt x="53678" y="37662"/>
                  </a:lnTo>
                  <a:cubicBezTo>
                    <a:pt x="53739" y="37553"/>
                    <a:pt x="53796" y="37439"/>
                    <a:pt x="53848" y="37325"/>
                  </a:cubicBezTo>
                  <a:cubicBezTo>
                    <a:pt x="54820" y="35359"/>
                    <a:pt x="55478" y="33226"/>
                    <a:pt x="55786" y="31004"/>
                  </a:cubicBezTo>
                  <a:cubicBezTo>
                    <a:pt x="55834" y="30648"/>
                    <a:pt x="55872" y="30288"/>
                    <a:pt x="55905" y="29933"/>
                  </a:cubicBezTo>
                  <a:cubicBezTo>
                    <a:pt x="55985" y="28942"/>
                    <a:pt x="56000" y="27933"/>
                    <a:pt x="55943" y="26919"/>
                  </a:cubicBezTo>
                  <a:cubicBezTo>
                    <a:pt x="55668" y="22289"/>
                    <a:pt x="53952" y="17995"/>
                    <a:pt x="50782" y="14635"/>
                  </a:cubicBezTo>
                  <a:cubicBezTo>
                    <a:pt x="48896" y="12645"/>
                    <a:pt x="46569" y="11242"/>
                    <a:pt x="44100" y="10119"/>
                  </a:cubicBezTo>
                  <a:cubicBezTo>
                    <a:pt x="42584" y="9427"/>
                    <a:pt x="41015" y="8844"/>
                    <a:pt x="39466" y="8285"/>
                  </a:cubicBezTo>
                  <a:cubicBezTo>
                    <a:pt x="38072" y="7783"/>
                    <a:pt x="36684" y="7200"/>
                    <a:pt x="35447" y="6375"/>
                  </a:cubicBezTo>
                  <a:cubicBezTo>
                    <a:pt x="34201" y="5546"/>
                    <a:pt x="33177" y="4428"/>
                    <a:pt x="31997" y="3518"/>
                  </a:cubicBezTo>
                  <a:cubicBezTo>
                    <a:pt x="29012" y="1219"/>
                    <a:pt x="25628" y="371"/>
                    <a:pt x="21927" y="63"/>
                  </a:cubicBezTo>
                  <a:cubicBezTo>
                    <a:pt x="21416" y="21"/>
                    <a:pt x="20904" y="0"/>
                    <a:pt x="20392" y="0"/>
                  </a:cubicBezTo>
                  <a:close/>
                </a:path>
              </a:pathLst>
            </a:custGeom>
            <a:solidFill>
              <a:srgbClr val="857FF0">
                <a:alpha val="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0" name="Google Shape;510;p28"/>
            <p:cNvGrpSpPr/>
            <p:nvPr/>
          </p:nvGrpSpPr>
          <p:grpSpPr>
            <a:xfrm>
              <a:off x="4732011" y="3662155"/>
              <a:ext cx="2984897" cy="728393"/>
              <a:chOff x="4732011" y="3662155"/>
              <a:chExt cx="2984897" cy="728393"/>
            </a:xfrm>
          </p:grpSpPr>
          <p:grpSp>
            <p:nvGrpSpPr>
              <p:cNvPr id="511" name="Google Shape;511;p28"/>
              <p:cNvGrpSpPr/>
              <p:nvPr/>
            </p:nvGrpSpPr>
            <p:grpSpPr>
              <a:xfrm>
                <a:off x="4732011" y="3662155"/>
                <a:ext cx="2984897" cy="728393"/>
                <a:chOff x="4732011" y="3662155"/>
                <a:chExt cx="2984897" cy="728393"/>
              </a:xfrm>
            </p:grpSpPr>
            <p:sp>
              <p:nvSpPr>
                <p:cNvPr id="512" name="Google Shape;512;p28"/>
                <p:cNvSpPr/>
                <p:nvPr/>
              </p:nvSpPr>
              <p:spPr>
                <a:xfrm flipH="1">
                  <a:off x="4732011" y="3662155"/>
                  <a:ext cx="2984897" cy="662327"/>
                </a:xfrm>
                <a:custGeom>
                  <a:rect b="b" l="l" r="r" t="t"/>
                  <a:pathLst>
                    <a:path extrusionOk="0" h="10407" w="46901">
                      <a:moveTo>
                        <a:pt x="0" y="0"/>
                      </a:moveTo>
                      <a:lnTo>
                        <a:pt x="0" y="10407"/>
                      </a:lnTo>
                      <a:lnTo>
                        <a:pt x="36854" y="10407"/>
                      </a:lnTo>
                      <a:cubicBezTo>
                        <a:pt x="36897" y="10383"/>
                        <a:pt x="36935" y="9980"/>
                        <a:pt x="36978" y="9961"/>
                      </a:cubicBezTo>
                      <a:cubicBezTo>
                        <a:pt x="40484" y="7995"/>
                        <a:pt x="43479" y="5232"/>
                        <a:pt x="45688" y="1981"/>
                      </a:cubicBezTo>
                      <a:cubicBezTo>
                        <a:pt x="46124" y="1341"/>
                        <a:pt x="46531" y="678"/>
                        <a:pt x="4690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3" name="Google Shape;513;p28"/>
                <p:cNvSpPr/>
                <p:nvPr/>
              </p:nvSpPr>
              <p:spPr>
                <a:xfrm flipH="1">
                  <a:off x="5362510" y="4300300"/>
                  <a:ext cx="2354390" cy="90249"/>
                </a:xfrm>
                <a:custGeom>
                  <a:rect b="b" l="l" r="r" t="t"/>
                  <a:pathLst>
                    <a:path extrusionOk="0" h="1418" w="36855">
                      <a:moveTo>
                        <a:pt x="0" y="1"/>
                      </a:moveTo>
                      <a:lnTo>
                        <a:pt x="0" y="1418"/>
                      </a:lnTo>
                      <a:lnTo>
                        <a:pt x="33940" y="1418"/>
                      </a:lnTo>
                      <a:cubicBezTo>
                        <a:pt x="34945" y="991"/>
                        <a:pt x="35921" y="517"/>
                        <a:pt x="3685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4" name="Google Shape;514;p28"/>
                <p:cNvSpPr/>
                <p:nvPr/>
              </p:nvSpPr>
              <p:spPr>
                <a:xfrm flipH="1">
                  <a:off x="6025799" y="4385643"/>
                  <a:ext cx="817997" cy="64"/>
                </a:xfrm>
                <a:custGeom>
                  <a:rect b="b" l="l" r="r" t="t"/>
                  <a:pathLst>
                    <a:path extrusionOk="0" fill="none" h="1" w="12853">
                      <a:moveTo>
                        <a:pt x="12852" y="1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5" name="Google Shape;515;p28"/>
                <p:cNvSpPr/>
                <p:nvPr/>
              </p:nvSpPr>
              <p:spPr>
                <a:xfrm flipH="1">
                  <a:off x="5831308" y="4300298"/>
                  <a:ext cx="817997" cy="64"/>
                </a:xfrm>
                <a:custGeom>
                  <a:rect b="b" l="l" r="r" t="t"/>
                  <a:pathLst>
                    <a:path extrusionOk="0" fill="none" h="1" w="12853">
                      <a:moveTo>
                        <a:pt x="12853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16" name="Google Shape;516;p28"/>
              <p:cNvSpPr/>
              <p:nvPr/>
            </p:nvSpPr>
            <p:spPr>
              <a:xfrm flipH="1">
                <a:off x="5263426" y="3662155"/>
                <a:ext cx="241905" cy="64"/>
              </a:xfrm>
              <a:custGeom>
                <a:rect b="b" l="l" r="r" t="t"/>
                <a:pathLst>
                  <a:path extrusionOk="0" fill="none" h="1" w="3801">
                    <a:moveTo>
                      <a:pt x="380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7" name="Google Shape;517;p28"/>
            <p:cNvSpPr/>
            <p:nvPr/>
          </p:nvSpPr>
          <p:spPr>
            <a:xfrm flipH="1">
              <a:off x="7430389" y="1489400"/>
              <a:ext cx="766383" cy="468791"/>
            </a:xfrm>
            <a:custGeom>
              <a:rect b="b" l="l" r="r" t="t"/>
              <a:pathLst>
                <a:path extrusionOk="0" h="7366" w="12042">
                  <a:moveTo>
                    <a:pt x="4777" y="1"/>
                  </a:moveTo>
                  <a:cubicBezTo>
                    <a:pt x="3223" y="1"/>
                    <a:pt x="1962" y="1257"/>
                    <a:pt x="1962" y="2811"/>
                  </a:cubicBezTo>
                  <a:cubicBezTo>
                    <a:pt x="1962" y="2821"/>
                    <a:pt x="1967" y="2825"/>
                    <a:pt x="1967" y="2830"/>
                  </a:cubicBezTo>
                  <a:cubicBezTo>
                    <a:pt x="858" y="2972"/>
                    <a:pt x="0" y="3920"/>
                    <a:pt x="0" y="5067"/>
                  </a:cubicBezTo>
                  <a:cubicBezTo>
                    <a:pt x="0" y="6308"/>
                    <a:pt x="1010" y="7318"/>
                    <a:pt x="2251" y="7318"/>
                  </a:cubicBezTo>
                  <a:lnTo>
                    <a:pt x="10303" y="7365"/>
                  </a:lnTo>
                  <a:cubicBezTo>
                    <a:pt x="11265" y="7365"/>
                    <a:pt x="12042" y="6583"/>
                    <a:pt x="12042" y="5621"/>
                  </a:cubicBezTo>
                  <a:cubicBezTo>
                    <a:pt x="12042" y="4721"/>
                    <a:pt x="11355" y="3977"/>
                    <a:pt x="10473" y="3892"/>
                  </a:cubicBezTo>
                  <a:cubicBezTo>
                    <a:pt x="10483" y="3802"/>
                    <a:pt x="10492" y="3711"/>
                    <a:pt x="10492" y="3617"/>
                  </a:cubicBezTo>
                  <a:cubicBezTo>
                    <a:pt x="10492" y="2370"/>
                    <a:pt x="9483" y="1361"/>
                    <a:pt x="8237" y="1361"/>
                  </a:cubicBezTo>
                  <a:cubicBezTo>
                    <a:pt x="7900" y="1361"/>
                    <a:pt x="7583" y="1437"/>
                    <a:pt x="7294" y="1569"/>
                  </a:cubicBezTo>
                  <a:cubicBezTo>
                    <a:pt x="6834" y="641"/>
                    <a:pt x="5881" y="1"/>
                    <a:pt x="47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8" name="Google Shape;518;p28"/>
            <p:cNvGrpSpPr/>
            <p:nvPr/>
          </p:nvGrpSpPr>
          <p:grpSpPr>
            <a:xfrm>
              <a:off x="5508259" y="1437277"/>
              <a:ext cx="3130956" cy="3098308"/>
              <a:chOff x="5508259" y="1437277"/>
              <a:chExt cx="3130956" cy="3098308"/>
            </a:xfrm>
          </p:grpSpPr>
          <p:sp>
            <p:nvSpPr>
              <p:cNvPr id="519" name="Google Shape;519;p28"/>
              <p:cNvSpPr/>
              <p:nvPr/>
            </p:nvSpPr>
            <p:spPr>
              <a:xfrm flipH="1">
                <a:off x="5982713" y="2305552"/>
                <a:ext cx="93554" cy="93236"/>
              </a:xfrm>
              <a:custGeom>
                <a:rect b="b" l="l" r="r" t="t"/>
                <a:pathLst>
                  <a:path extrusionOk="0" fill="none" h="1465" w="1470">
                    <a:moveTo>
                      <a:pt x="1470" y="735"/>
                    </a:moveTo>
                    <a:cubicBezTo>
                      <a:pt x="1470" y="327"/>
                      <a:pt x="1138" y="0"/>
                      <a:pt x="735" y="0"/>
                    </a:cubicBezTo>
                    <a:cubicBezTo>
                      <a:pt x="332" y="0"/>
                      <a:pt x="1" y="327"/>
                      <a:pt x="1" y="735"/>
                    </a:cubicBezTo>
                    <a:cubicBezTo>
                      <a:pt x="1" y="1138"/>
                      <a:pt x="332" y="1465"/>
                      <a:pt x="735" y="1465"/>
                    </a:cubicBezTo>
                    <a:cubicBezTo>
                      <a:pt x="1138" y="1465"/>
                      <a:pt x="1470" y="1138"/>
                      <a:pt x="1470" y="735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8"/>
              <p:cNvSpPr/>
              <p:nvPr/>
            </p:nvSpPr>
            <p:spPr>
              <a:xfrm flipH="1">
                <a:off x="8543560" y="3290228"/>
                <a:ext cx="93236" cy="93618"/>
              </a:xfrm>
              <a:custGeom>
                <a:rect b="b" l="l" r="r" t="t"/>
                <a:pathLst>
                  <a:path extrusionOk="0" fill="none" h="1471" w="1465">
                    <a:moveTo>
                      <a:pt x="1465" y="735"/>
                    </a:moveTo>
                    <a:cubicBezTo>
                      <a:pt x="1465" y="333"/>
                      <a:pt x="1138" y="1"/>
                      <a:pt x="735" y="1"/>
                    </a:cubicBezTo>
                    <a:cubicBezTo>
                      <a:pt x="327" y="1"/>
                      <a:pt x="0" y="333"/>
                      <a:pt x="0" y="735"/>
                    </a:cubicBezTo>
                    <a:cubicBezTo>
                      <a:pt x="0" y="1138"/>
                      <a:pt x="327" y="1470"/>
                      <a:pt x="735" y="1470"/>
                    </a:cubicBezTo>
                    <a:cubicBezTo>
                      <a:pt x="1138" y="1470"/>
                      <a:pt x="1465" y="1138"/>
                      <a:pt x="1465" y="735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8"/>
              <p:cNvSpPr/>
              <p:nvPr/>
            </p:nvSpPr>
            <p:spPr>
              <a:xfrm flipH="1">
                <a:off x="7246081" y="1531022"/>
                <a:ext cx="93236" cy="93300"/>
              </a:xfrm>
              <a:custGeom>
                <a:rect b="b" l="l" r="r" t="t"/>
                <a:pathLst>
                  <a:path extrusionOk="0" fill="none" h="1466" w="1465">
                    <a:moveTo>
                      <a:pt x="1464" y="731"/>
                    </a:moveTo>
                    <a:cubicBezTo>
                      <a:pt x="1464" y="328"/>
                      <a:pt x="1137" y="1"/>
                      <a:pt x="730" y="1"/>
                    </a:cubicBezTo>
                    <a:cubicBezTo>
                      <a:pt x="327" y="1"/>
                      <a:pt x="0" y="328"/>
                      <a:pt x="0" y="731"/>
                    </a:cubicBezTo>
                    <a:cubicBezTo>
                      <a:pt x="0" y="1138"/>
                      <a:pt x="327" y="1465"/>
                      <a:pt x="730" y="1465"/>
                    </a:cubicBezTo>
                    <a:cubicBezTo>
                      <a:pt x="1137" y="1465"/>
                      <a:pt x="1464" y="1138"/>
                      <a:pt x="1464" y="731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8"/>
              <p:cNvSpPr/>
              <p:nvPr/>
            </p:nvSpPr>
            <p:spPr>
              <a:xfrm flipH="1">
                <a:off x="6226082" y="1437277"/>
                <a:ext cx="64279" cy="64597"/>
              </a:xfrm>
              <a:custGeom>
                <a:rect b="b" l="l" r="r" t="t"/>
                <a:pathLst>
                  <a:path extrusionOk="0" h="1015" w="1010">
                    <a:moveTo>
                      <a:pt x="507" y="0"/>
                    </a:moveTo>
                    <a:cubicBezTo>
                      <a:pt x="412" y="337"/>
                      <a:pt x="337" y="412"/>
                      <a:pt x="0" y="507"/>
                    </a:cubicBezTo>
                    <a:cubicBezTo>
                      <a:pt x="337" y="602"/>
                      <a:pt x="412" y="678"/>
                      <a:pt x="507" y="1014"/>
                    </a:cubicBezTo>
                    <a:cubicBezTo>
                      <a:pt x="597" y="678"/>
                      <a:pt x="673" y="602"/>
                      <a:pt x="1009" y="507"/>
                    </a:cubicBezTo>
                    <a:cubicBezTo>
                      <a:pt x="673" y="412"/>
                      <a:pt x="597" y="341"/>
                      <a:pt x="5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8"/>
              <p:cNvSpPr/>
              <p:nvPr/>
            </p:nvSpPr>
            <p:spPr>
              <a:xfrm flipH="1">
                <a:off x="6203171" y="1615794"/>
                <a:ext cx="125821" cy="126139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8"/>
              <p:cNvSpPr/>
              <p:nvPr/>
            </p:nvSpPr>
            <p:spPr>
              <a:xfrm flipH="1">
                <a:off x="6422738" y="1517785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68" y="0"/>
                    </a:moveTo>
                    <a:cubicBezTo>
                      <a:pt x="626" y="517"/>
                      <a:pt x="512" y="631"/>
                      <a:pt x="1" y="773"/>
                    </a:cubicBezTo>
                    <a:cubicBezTo>
                      <a:pt x="512" y="915"/>
                      <a:pt x="626" y="1029"/>
                      <a:pt x="768" y="1541"/>
                    </a:cubicBezTo>
                    <a:cubicBezTo>
                      <a:pt x="910" y="1029"/>
                      <a:pt x="1024" y="915"/>
                      <a:pt x="1541" y="773"/>
                    </a:cubicBezTo>
                    <a:cubicBezTo>
                      <a:pt x="1029" y="631"/>
                      <a:pt x="910" y="517"/>
                      <a:pt x="7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8"/>
              <p:cNvSpPr/>
              <p:nvPr/>
            </p:nvSpPr>
            <p:spPr>
              <a:xfrm flipH="1">
                <a:off x="8541142" y="1908932"/>
                <a:ext cx="98073" cy="98073"/>
              </a:xfrm>
              <a:custGeom>
                <a:rect b="b" l="l" r="r" t="t"/>
                <a:pathLst>
                  <a:path extrusionOk="0" h="1541" w="1541">
                    <a:moveTo>
                      <a:pt x="773" y="1"/>
                    </a:moveTo>
                    <a:cubicBezTo>
                      <a:pt x="631" y="517"/>
                      <a:pt x="517" y="631"/>
                      <a:pt x="0" y="773"/>
                    </a:cubicBezTo>
                    <a:cubicBezTo>
                      <a:pt x="517" y="915"/>
                      <a:pt x="631" y="1029"/>
                      <a:pt x="773" y="1541"/>
                    </a:cubicBezTo>
                    <a:cubicBezTo>
                      <a:pt x="915" y="1029"/>
                      <a:pt x="1029" y="915"/>
                      <a:pt x="1541" y="773"/>
                    </a:cubicBezTo>
                    <a:cubicBezTo>
                      <a:pt x="1029" y="631"/>
                      <a:pt x="915" y="517"/>
                      <a:pt x="7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8"/>
              <p:cNvSpPr/>
              <p:nvPr/>
            </p:nvSpPr>
            <p:spPr>
              <a:xfrm flipH="1">
                <a:off x="7140243" y="3110502"/>
                <a:ext cx="71534" cy="71534"/>
              </a:xfrm>
              <a:custGeom>
                <a:rect b="b" l="l" r="r" t="t"/>
                <a:pathLst>
                  <a:path extrusionOk="0" h="1124" w="1124">
                    <a:moveTo>
                      <a:pt x="560" y="1"/>
                    </a:moveTo>
                    <a:cubicBezTo>
                      <a:pt x="460" y="375"/>
                      <a:pt x="375" y="460"/>
                      <a:pt x="1" y="560"/>
                    </a:cubicBezTo>
                    <a:cubicBezTo>
                      <a:pt x="375" y="664"/>
                      <a:pt x="460" y="749"/>
                      <a:pt x="560" y="1124"/>
                    </a:cubicBezTo>
                    <a:cubicBezTo>
                      <a:pt x="664" y="749"/>
                      <a:pt x="749" y="664"/>
                      <a:pt x="1124" y="560"/>
                    </a:cubicBezTo>
                    <a:cubicBezTo>
                      <a:pt x="749" y="460"/>
                      <a:pt x="664" y="375"/>
                      <a:pt x="5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8"/>
              <p:cNvSpPr/>
              <p:nvPr/>
            </p:nvSpPr>
            <p:spPr>
              <a:xfrm flipH="1">
                <a:off x="6929714" y="4464051"/>
                <a:ext cx="71534" cy="71534"/>
              </a:xfrm>
              <a:custGeom>
                <a:rect b="b" l="l" r="r" t="t"/>
                <a:pathLst>
                  <a:path extrusionOk="0" h="1124" w="1124">
                    <a:moveTo>
                      <a:pt x="560" y="1"/>
                    </a:moveTo>
                    <a:cubicBezTo>
                      <a:pt x="460" y="375"/>
                      <a:pt x="375" y="460"/>
                      <a:pt x="0" y="565"/>
                    </a:cubicBezTo>
                    <a:cubicBezTo>
                      <a:pt x="375" y="664"/>
                      <a:pt x="460" y="750"/>
                      <a:pt x="560" y="1124"/>
                    </a:cubicBezTo>
                    <a:cubicBezTo>
                      <a:pt x="664" y="750"/>
                      <a:pt x="749" y="664"/>
                      <a:pt x="1124" y="565"/>
                    </a:cubicBezTo>
                    <a:cubicBezTo>
                      <a:pt x="749" y="460"/>
                      <a:pt x="664" y="375"/>
                      <a:pt x="5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8"/>
              <p:cNvSpPr/>
              <p:nvPr/>
            </p:nvSpPr>
            <p:spPr>
              <a:xfrm flipH="1">
                <a:off x="5508259" y="2598116"/>
                <a:ext cx="71598" cy="71534"/>
              </a:xfrm>
              <a:custGeom>
                <a:rect b="b" l="l" r="r" t="t"/>
                <a:pathLst>
                  <a:path extrusionOk="0" h="1124" w="1125">
                    <a:moveTo>
                      <a:pt x="565" y="0"/>
                    </a:moveTo>
                    <a:cubicBezTo>
                      <a:pt x="461" y="375"/>
                      <a:pt x="375" y="460"/>
                      <a:pt x="1" y="559"/>
                    </a:cubicBezTo>
                    <a:cubicBezTo>
                      <a:pt x="375" y="664"/>
                      <a:pt x="461" y="749"/>
                      <a:pt x="565" y="1123"/>
                    </a:cubicBezTo>
                    <a:cubicBezTo>
                      <a:pt x="669" y="749"/>
                      <a:pt x="750" y="664"/>
                      <a:pt x="1124" y="559"/>
                    </a:cubicBezTo>
                    <a:cubicBezTo>
                      <a:pt x="750" y="460"/>
                      <a:pt x="669" y="375"/>
                      <a:pt x="5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8"/>
              <p:cNvSpPr/>
              <p:nvPr/>
            </p:nvSpPr>
            <p:spPr>
              <a:xfrm flipH="1">
                <a:off x="5644326" y="2451229"/>
                <a:ext cx="106792" cy="106792"/>
              </a:xfrm>
              <a:custGeom>
                <a:rect b="b" l="l" r="r" t="t"/>
                <a:pathLst>
                  <a:path extrusionOk="0" h="1678" w="1678">
                    <a:moveTo>
                      <a:pt x="839" y="0"/>
                    </a:moveTo>
                    <a:cubicBezTo>
                      <a:pt x="683" y="560"/>
                      <a:pt x="559" y="687"/>
                      <a:pt x="0" y="839"/>
                    </a:cubicBezTo>
                    <a:cubicBezTo>
                      <a:pt x="559" y="995"/>
                      <a:pt x="683" y="1119"/>
                      <a:pt x="839" y="1678"/>
                    </a:cubicBezTo>
                    <a:cubicBezTo>
                      <a:pt x="995" y="1119"/>
                      <a:pt x="1119" y="995"/>
                      <a:pt x="1678" y="839"/>
                    </a:cubicBezTo>
                    <a:cubicBezTo>
                      <a:pt x="1119" y="687"/>
                      <a:pt x="995" y="560"/>
                      <a:pt x="8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28"/>
              <p:cNvSpPr/>
              <p:nvPr/>
            </p:nvSpPr>
            <p:spPr>
              <a:xfrm flipH="1">
                <a:off x="8377072" y="3023948"/>
                <a:ext cx="106792" cy="106856"/>
              </a:xfrm>
              <a:custGeom>
                <a:rect b="b" l="l" r="r" t="t"/>
                <a:pathLst>
                  <a:path extrusionOk="0" h="1679" w="1678">
                    <a:moveTo>
                      <a:pt x="839" y="1"/>
                    </a:moveTo>
                    <a:cubicBezTo>
                      <a:pt x="687" y="560"/>
                      <a:pt x="559" y="683"/>
                      <a:pt x="0" y="839"/>
                    </a:cubicBezTo>
                    <a:cubicBezTo>
                      <a:pt x="559" y="991"/>
                      <a:pt x="687" y="1119"/>
                      <a:pt x="839" y="1678"/>
                    </a:cubicBezTo>
                    <a:cubicBezTo>
                      <a:pt x="995" y="1119"/>
                      <a:pt x="1118" y="991"/>
                      <a:pt x="1678" y="839"/>
                    </a:cubicBezTo>
                    <a:cubicBezTo>
                      <a:pt x="1118" y="683"/>
                      <a:pt x="995" y="560"/>
                      <a:pt x="8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8"/>
              <p:cNvSpPr/>
              <p:nvPr/>
            </p:nvSpPr>
            <p:spPr>
              <a:xfrm flipH="1">
                <a:off x="8237122" y="2287477"/>
                <a:ext cx="71534" cy="71534"/>
              </a:xfrm>
              <a:custGeom>
                <a:rect b="b" l="l" r="r" t="t"/>
                <a:pathLst>
                  <a:path extrusionOk="0" h="1124" w="1124">
                    <a:moveTo>
                      <a:pt x="560" y="0"/>
                    </a:moveTo>
                    <a:cubicBezTo>
                      <a:pt x="460" y="374"/>
                      <a:pt x="375" y="460"/>
                      <a:pt x="0" y="559"/>
                    </a:cubicBezTo>
                    <a:cubicBezTo>
                      <a:pt x="375" y="664"/>
                      <a:pt x="460" y="749"/>
                      <a:pt x="560" y="1123"/>
                    </a:cubicBezTo>
                    <a:cubicBezTo>
                      <a:pt x="664" y="749"/>
                      <a:pt x="749" y="664"/>
                      <a:pt x="1123" y="559"/>
                    </a:cubicBezTo>
                    <a:cubicBezTo>
                      <a:pt x="749" y="460"/>
                      <a:pt x="664" y="374"/>
                      <a:pt x="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8"/>
              <p:cNvSpPr/>
              <p:nvPr/>
            </p:nvSpPr>
            <p:spPr>
              <a:xfrm flipH="1">
                <a:off x="7150172" y="2304470"/>
                <a:ext cx="227777" cy="207538"/>
              </a:xfrm>
              <a:custGeom>
                <a:rect b="b" l="l" r="r" t="t"/>
                <a:pathLst>
                  <a:path extrusionOk="0" h="3261" w="3579">
                    <a:moveTo>
                      <a:pt x="1790" y="1"/>
                    </a:moveTo>
                    <a:cubicBezTo>
                      <a:pt x="1372" y="1"/>
                      <a:pt x="955" y="160"/>
                      <a:pt x="636" y="477"/>
                    </a:cubicBezTo>
                    <a:cubicBezTo>
                      <a:pt x="1" y="1112"/>
                      <a:pt x="1" y="2145"/>
                      <a:pt x="636" y="2780"/>
                    </a:cubicBezTo>
                    <a:cubicBezTo>
                      <a:pt x="955" y="3100"/>
                      <a:pt x="1372" y="3260"/>
                      <a:pt x="1790" y="3260"/>
                    </a:cubicBezTo>
                    <a:cubicBezTo>
                      <a:pt x="2207" y="3260"/>
                      <a:pt x="2624" y="3100"/>
                      <a:pt x="2943" y="2780"/>
                    </a:cubicBezTo>
                    <a:cubicBezTo>
                      <a:pt x="3578" y="2145"/>
                      <a:pt x="3578" y="1112"/>
                      <a:pt x="2943" y="477"/>
                    </a:cubicBezTo>
                    <a:cubicBezTo>
                      <a:pt x="2624" y="160"/>
                      <a:pt x="2207" y="1"/>
                      <a:pt x="17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3" name="Google Shape;533;p28"/>
            <p:cNvGrpSpPr/>
            <p:nvPr/>
          </p:nvGrpSpPr>
          <p:grpSpPr>
            <a:xfrm>
              <a:off x="6596736" y="1761536"/>
              <a:ext cx="665382" cy="604349"/>
              <a:chOff x="6596736" y="1761536"/>
              <a:chExt cx="665382" cy="604349"/>
            </a:xfrm>
          </p:grpSpPr>
          <p:sp>
            <p:nvSpPr>
              <p:cNvPr id="534" name="Google Shape;534;p28"/>
              <p:cNvSpPr/>
              <p:nvPr/>
            </p:nvSpPr>
            <p:spPr>
              <a:xfrm flipH="1">
                <a:off x="6596736" y="1761536"/>
                <a:ext cx="665382" cy="604349"/>
              </a:xfrm>
              <a:custGeom>
                <a:rect b="b" l="l" r="r" t="t"/>
                <a:pathLst>
                  <a:path extrusionOk="0" h="9496" w="10455">
                    <a:moveTo>
                      <a:pt x="5231" y="0"/>
                    </a:moveTo>
                    <a:cubicBezTo>
                      <a:pt x="4864" y="0"/>
                      <a:pt x="4491" y="43"/>
                      <a:pt x="4118" y="132"/>
                    </a:cubicBezTo>
                    <a:cubicBezTo>
                      <a:pt x="1569" y="743"/>
                      <a:pt x="0" y="3307"/>
                      <a:pt x="612" y="5857"/>
                    </a:cubicBezTo>
                    <a:cubicBezTo>
                      <a:pt x="1134" y="8034"/>
                      <a:pt x="3079" y="9496"/>
                      <a:pt x="5224" y="9496"/>
                    </a:cubicBezTo>
                    <a:cubicBezTo>
                      <a:pt x="5591" y="9496"/>
                      <a:pt x="5964" y="9453"/>
                      <a:pt x="6336" y="9364"/>
                    </a:cubicBezTo>
                    <a:cubicBezTo>
                      <a:pt x="8886" y="8752"/>
                      <a:pt x="10454" y="6188"/>
                      <a:pt x="9843" y="3639"/>
                    </a:cubicBezTo>
                    <a:cubicBezTo>
                      <a:pt x="9321" y="1462"/>
                      <a:pt x="7375" y="0"/>
                      <a:pt x="52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28"/>
              <p:cNvSpPr/>
              <p:nvPr/>
            </p:nvSpPr>
            <p:spPr>
              <a:xfrm flipH="1">
                <a:off x="6782509" y="1916569"/>
                <a:ext cx="275127" cy="306120"/>
              </a:xfrm>
              <a:custGeom>
                <a:rect b="b" l="l" r="r" t="t"/>
                <a:pathLst>
                  <a:path extrusionOk="0" h="4810" w="4323">
                    <a:moveTo>
                      <a:pt x="2106" y="1"/>
                    </a:moveTo>
                    <a:cubicBezTo>
                      <a:pt x="1289" y="1"/>
                      <a:pt x="525" y="518"/>
                      <a:pt x="237" y="1302"/>
                    </a:cubicBezTo>
                    <a:cubicBezTo>
                      <a:pt x="0" y="1947"/>
                      <a:pt x="119" y="2620"/>
                      <a:pt x="474" y="3132"/>
                    </a:cubicBezTo>
                    <a:cubicBezTo>
                      <a:pt x="692" y="3440"/>
                      <a:pt x="777" y="3819"/>
                      <a:pt x="687" y="4184"/>
                    </a:cubicBezTo>
                    <a:lnTo>
                      <a:pt x="631" y="4397"/>
                    </a:lnTo>
                    <a:lnTo>
                      <a:pt x="2265" y="4809"/>
                    </a:lnTo>
                    <a:lnTo>
                      <a:pt x="2318" y="4605"/>
                    </a:lnTo>
                    <a:cubicBezTo>
                      <a:pt x="2408" y="4236"/>
                      <a:pt x="2668" y="3937"/>
                      <a:pt x="3009" y="3762"/>
                    </a:cubicBezTo>
                    <a:cubicBezTo>
                      <a:pt x="3502" y="3511"/>
                      <a:pt x="3886" y="3056"/>
                      <a:pt x="4033" y="2478"/>
                    </a:cubicBezTo>
                    <a:cubicBezTo>
                      <a:pt x="4322" y="1340"/>
                      <a:pt x="3564" y="184"/>
                      <a:pt x="2365" y="18"/>
                    </a:cubicBezTo>
                    <a:cubicBezTo>
                      <a:pt x="2278" y="6"/>
                      <a:pt x="2192" y="1"/>
                      <a:pt x="210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28"/>
              <p:cNvSpPr/>
              <p:nvPr/>
            </p:nvSpPr>
            <p:spPr>
              <a:xfrm flipH="1">
                <a:off x="6877209" y="2012987"/>
                <a:ext cx="114366" cy="85154"/>
              </a:xfrm>
              <a:custGeom>
                <a:rect b="b" l="l" r="r" t="t"/>
                <a:pathLst>
                  <a:path extrusionOk="0" fill="none" h="1338" w="1797">
                    <a:moveTo>
                      <a:pt x="0" y="1091"/>
                    </a:moveTo>
                    <a:cubicBezTo>
                      <a:pt x="114" y="1166"/>
                      <a:pt x="261" y="1190"/>
                      <a:pt x="398" y="1171"/>
                    </a:cubicBezTo>
                    <a:cubicBezTo>
                      <a:pt x="536" y="1152"/>
                      <a:pt x="664" y="1095"/>
                      <a:pt x="777" y="1020"/>
                    </a:cubicBezTo>
                    <a:cubicBezTo>
                      <a:pt x="910" y="929"/>
                      <a:pt x="1024" y="816"/>
                      <a:pt x="1100" y="678"/>
                    </a:cubicBezTo>
                    <a:cubicBezTo>
                      <a:pt x="1171" y="541"/>
                      <a:pt x="1204" y="375"/>
                      <a:pt x="1171" y="223"/>
                    </a:cubicBezTo>
                    <a:cubicBezTo>
                      <a:pt x="1156" y="167"/>
                      <a:pt x="1133" y="110"/>
                      <a:pt x="1090" y="67"/>
                    </a:cubicBezTo>
                    <a:cubicBezTo>
                      <a:pt x="1052" y="24"/>
                      <a:pt x="986" y="1"/>
                      <a:pt x="934" y="15"/>
                    </a:cubicBezTo>
                    <a:cubicBezTo>
                      <a:pt x="882" y="29"/>
                      <a:pt x="848" y="67"/>
                      <a:pt x="815" y="110"/>
                    </a:cubicBezTo>
                    <a:cubicBezTo>
                      <a:pt x="687" y="290"/>
                      <a:pt x="649" y="536"/>
                      <a:pt x="711" y="749"/>
                    </a:cubicBezTo>
                    <a:cubicBezTo>
                      <a:pt x="777" y="963"/>
                      <a:pt x="938" y="1143"/>
                      <a:pt x="1142" y="1238"/>
                    </a:cubicBezTo>
                    <a:cubicBezTo>
                      <a:pt x="1346" y="1332"/>
                      <a:pt x="1588" y="1337"/>
                      <a:pt x="1796" y="1261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8"/>
              <p:cNvSpPr/>
              <p:nvPr/>
            </p:nvSpPr>
            <p:spPr>
              <a:xfrm flipH="1">
                <a:off x="6902284" y="2081785"/>
                <a:ext cx="76626" cy="144214"/>
              </a:xfrm>
              <a:custGeom>
                <a:rect b="b" l="l" r="r" t="t"/>
                <a:pathLst>
                  <a:path extrusionOk="0" fill="none" h="2266" w="1204">
                    <a:moveTo>
                      <a:pt x="166" y="0"/>
                    </a:moveTo>
                    <a:lnTo>
                      <a:pt x="0" y="2180"/>
                    </a:lnTo>
                    <a:lnTo>
                      <a:pt x="346" y="2265"/>
                    </a:lnTo>
                    <a:lnTo>
                      <a:pt x="1204" y="185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28"/>
              <p:cNvSpPr/>
              <p:nvPr/>
            </p:nvSpPr>
            <p:spPr>
              <a:xfrm flipH="1">
                <a:off x="6901648" y="2183485"/>
                <a:ext cx="127667" cy="52250"/>
              </a:xfrm>
              <a:custGeom>
                <a:rect b="b" l="l" r="r" t="t"/>
                <a:pathLst>
                  <a:path extrusionOk="0" h="821" w="2006">
                    <a:moveTo>
                      <a:pt x="240" y="0"/>
                    </a:moveTo>
                    <a:cubicBezTo>
                      <a:pt x="144" y="0"/>
                      <a:pt x="58" y="66"/>
                      <a:pt x="34" y="165"/>
                    </a:cubicBezTo>
                    <a:cubicBezTo>
                      <a:pt x="1" y="283"/>
                      <a:pt x="72" y="402"/>
                      <a:pt x="190" y="430"/>
                    </a:cubicBezTo>
                    <a:lnTo>
                      <a:pt x="1707" y="814"/>
                    </a:lnTo>
                    <a:cubicBezTo>
                      <a:pt x="1724" y="818"/>
                      <a:pt x="1742" y="821"/>
                      <a:pt x="1759" y="821"/>
                    </a:cubicBezTo>
                    <a:cubicBezTo>
                      <a:pt x="1858" y="821"/>
                      <a:pt x="1948" y="754"/>
                      <a:pt x="1972" y="653"/>
                    </a:cubicBezTo>
                    <a:cubicBezTo>
                      <a:pt x="2005" y="535"/>
                      <a:pt x="1934" y="416"/>
                      <a:pt x="1816" y="388"/>
                    </a:cubicBezTo>
                    <a:lnTo>
                      <a:pt x="299" y="9"/>
                    </a:lnTo>
                    <a:cubicBezTo>
                      <a:pt x="280" y="3"/>
                      <a:pt x="260" y="0"/>
                      <a:pt x="2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28"/>
              <p:cNvSpPr/>
              <p:nvPr/>
            </p:nvSpPr>
            <p:spPr>
              <a:xfrm flipH="1">
                <a:off x="6908585" y="2210470"/>
                <a:ext cx="127349" cy="52250"/>
              </a:xfrm>
              <a:custGeom>
                <a:rect b="b" l="l" r="r" t="t"/>
                <a:pathLst>
                  <a:path extrusionOk="0" h="821" w="2001">
                    <a:moveTo>
                      <a:pt x="242" y="0"/>
                    </a:moveTo>
                    <a:cubicBezTo>
                      <a:pt x="143" y="0"/>
                      <a:pt x="53" y="67"/>
                      <a:pt x="29" y="168"/>
                    </a:cubicBezTo>
                    <a:cubicBezTo>
                      <a:pt x="0" y="281"/>
                      <a:pt x="72" y="404"/>
                      <a:pt x="185" y="433"/>
                    </a:cubicBezTo>
                    <a:lnTo>
                      <a:pt x="1706" y="812"/>
                    </a:lnTo>
                    <a:cubicBezTo>
                      <a:pt x="1726" y="818"/>
                      <a:pt x="1746" y="820"/>
                      <a:pt x="1765" y="820"/>
                    </a:cubicBezTo>
                    <a:cubicBezTo>
                      <a:pt x="1862" y="820"/>
                      <a:pt x="1948" y="754"/>
                      <a:pt x="1972" y="656"/>
                    </a:cubicBezTo>
                    <a:cubicBezTo>
                      <a:pt x="2000" y="537"/>
                      <a:pt x="1929" y="419"/>
                      <a:pt x="1811" y="390"/>
                    </a:cubicBezTo>
                    <a:lnTo>
                      <a:pt x="294" y="6"/>
                    </a:lnTo>
                    <a:cubicBezTo>
                      <a:pt x="277" y="2"/>
                      <a:pt x="259" y="0"/>
                      <a:pt x="2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28"/>
              <p:cNvSpPr/>
              <p:nvPr/>
            </p:nvSpPr>
            <p:spPr>
              <a:xfrm flipH="1">
                <a:off x="6915203" y="2237581"/>
                <a:ext cx="127667" cy="52123"/>
              </a:xfrm>
              <a:custGeom>
                <a:rect b="b" l="l" r="r" t="t"/>
                <a:pathLst>
                  <a:path extrusionOk="0" h="819" w="2006">
                    <a:moveTo>
                      <a:pt x="246" y="1"/>
                    </a:moveTo>
                    <a:cubicBezTo>
                      <a:pt x="147" y="1"/>
                      <a:pt x="57" y="67"/>
                      <a:pt x="29" y="163"/>
                    </a:cubicBezTo>
                    <a:cubicBezTo>
                      <a:pt x="0" y="282"/>
                      <a:pt x="72" y="400"/>
                      <a:pt x="190" y="429"/>
                    </a:cubicBezTo>
                    <a:lnTo>
                      <a:pt x="1706" y="813"/>
                    </a:lnTo>
                    <a:cubicBezTo>
                      <a:pt x="1724" y="817"/>
                      <a:pt x="1742" y="819"/>
                      <a:pt x="1759" y="819"/>
                    </a:cubicBezTo>
                    <a:cubicBezTo>
                      <a:pt x="1858" y="819"/>
                      <a:pt x="1948" y="752"/>
                      <a:pt x="1972" y="651"/>
                    </a:cubicBezTo>
                    <a:cubicBezTo>
                      <a:pt x="2005" y="538"/>
                      <a:pt x="1934" y="419"/>
                      <a:pt x="1815" y="386"/>
                    </a:cubicBezTo>
                    <a:lnTo>
                      <a:pt x="299" y="7"/>
                    </a:lnTo>
                    <a:cubicBezTo>
                      <a:pt x="281" y="3"/>
                      <a:pt x="264" y="1"/>
                      <a:pt x="2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28"/>
              <p:cNvSpPr/>
              <p:nvPr/>
            </p:nvSpPr>
            <p:spPr>
              <a:xfrm flipH="1">
                <a:off x="6690864" y="1972001"/>
                <a:ext cx="77262" cy="25075"/>
              </a:xfrm>
              <a:custGeom>
                <a:rect b="b" l="l" r="r" t="t"/>
                <a:pathLst>
                  <a:path extrusionOk="0" fill="none" h="394" w="1214">
                    <a:moveTo>
                      <a:pt x="1" y="394"/>
                    </a:moveTo>
                    <a:lnTo>
                      <a:pt x="1214" y="0"/>
                    </a:lnTo>
                  </a:path>
                </a:pathLst>
              </a:custGeom>
              <a:noFill/>
              <a:ln cap="rnd" cmpd="sng" w="9525">
                <a:solidFill>
                  <a:schemeClr val="accent3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8"/>
              <p:cNvSpPr/>
              <p:nvPr/>
            </p:nvSpPr>
            <p:spPr>
              <a:xfrm flipH="1">
                <a:off x="6678453" y="2087194"/>
                <a:ext cx="79680" cy="9101"/>
              </a:xfrm>
              <a:custGeom>
                <a:rect b="b" l="l" r="r" t="t"/>
                <a:pathLst>
                  <a:path extrusionOk="0" fill="none" h="143" w="1252">
                    <a:moveTo>
                      <a:pt x="0" y="0"/>
                    </a:moveTo>
                    <a:lnTo>
                      <a:pt x="1251" y="143"/>
                    </a:lnTo>
                  </a:path>
                </a:pathLst>
              </a:custGeom>
              <a:noFill/>
              <a:ln cap="rnd" cmpd="sng" w="9525">
                <a:solidFill>
                  <a:schemeClr val="accent3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28"/>
              <p:cNvSpPr/>
              <p:nvPr/>
            </p:nvSpPr>
            <p:spPr>
              <a:xfrm flipH="1">
                <a:off x="6737323" y="2157137"/>
                <a:ext cx="53141" cy="64597"/>
              </a:xfrm>
              <a:custGeom>
                <a:rect b="b" l="l" r="r" t="t"/>
                <a:pathLst>
                  <a:path extrusionOk="0" fill="none" h="1015" w="835">
                    <a:moveTo>
                      <a:pt x="1" y="1"/>
                    </a:moveTo>
                    <a:lnTo>
                      <a:pt x="835" y="1015"/>
                    </a:lnTo>
                  </a:path>
                </a:pathLst>
              </a:custGeom>
              <a:noFill/>
              <a:ln cap="rnd" cmpd="sng" w="9525">
                <a:solidFill>
                  <a:schemeClr val="accent3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28"/>
              <p:cNvSpPr/>
              <p:nvPr/>
            </p:nvSpPr>
            <p:spPr>
              <a:xfrm flipH="1">
                <a:off x="7063300" y="1891430"/>
                <a:ext cx="67970" cy="44422"/>
              </a:xfrm>
              <a:custGeom>
                <a:rect b="b" l="l" r="r" t="t"/>
                <a:pathLst>
                  <a:path extrusionOk="0" fill="none" h="698" w="1068">
                    <a:moveTo>
                      <a:pt x="1067" y="698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accent3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28"/>
              <p:cNvSpPr/>
              <p:nvPr/>
            </p:nvSpPr>
            <p:spPr>
              <a:xfrm flipH="1">
                <a:off x="7097094" y="2007896"/>
                <a:ext cx="79108" cy="12410"/>
              </a:xfrm>
              <a:custGeom>
                <a:rect b="b" l="l" r="r" t="t"/>
                <a:pathLst>
                  <a:path extrusionOk="0" fill="none" h="195" w="1243">
                    <a:moveTo>
                      <a:pt x="1242" y="194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accent3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28"/>
              <p:cNvSpPr/>
              <p:nvPr/>
            </p:nvSpPr>
            <p:spPr>
              <a:xfrm flipH="1">
                <a:off x="7084747" y="2096231"/>
                <a:ext cx="68225" cy="48050"/>
              </a:xfrm>
              <a:custGeom>
                <a:rect b="b" l="l" r="r" t="t"/>
                <a:pathLst>
                  <a:path extrusionOk="0" fill="none" h="755" w="1072">
                    <a:moveTo>
                      <a:pt x="1072" y="1"/>
                    </a:moveTo>
                    <a:lnTo>
                      <a:pt x="1" y="754"/>
                    </a:lnTo>
                  </a:path>
                </a:pathLst>
              </a:custGeom>
              <a:noFill/>
              <a:ln cap="rnd" cmpd="sng" w="9525">
                <a:solidFill>
                  <a:schemeClr val="accent3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7" name="Google Shape;547;p28"/>
            <p:cNvGrpSpPr/>
            <p:nvPr/>
          </p:nvGrpSpPr>
          <p:grpSpPr>
            <a:xfrm>
              <a:off x="5403949" y="2658704"/>
              <a:ext cx="1753224" cy="1518892"/>
              <a:chOff x="5403949" y="2658704"/>
              <a:chExt cx="1753224" cy="1518892"/>
            </a:xfrm>
          </p:grpSpPr>
          <p:grpSp>
            <p:nvGrpSpPr>
              <p:cNvPr id="548" name="Google Shape;548;p28"/>
              <p:cNvGrpSpPr/>
              <p:nvPr/>
            </p:nvGrpSpPr>
            <p:grpSpPr>
              <a:xfrm>
                <a:off x="5403949" y="2969343"/>
                <a:ext cx="1753224" cy="1208253"/>
                <a:chOff x="5403949" y="2969343"/>
                <a:chExt cx="1753224" cy="1208253"/>
              </a:xfrm>
            </p:grpSpPr>
            <p:sp>
              <p:nvSpPr>
                <p:cNvPr id="549" name="Google Shape;549;p28"/>
                <p:cNvSpPr/>
                <p:nvPr/>
              </p:nvSpPr>
              <p:spPr>
                <a:xfrm flipH="1">
                  <a:off x="5403949" y="2969343"/>
                  <a:ext cx="1343684" cy="917534"/>
                </a:xfrm>
                <a:custGeom>
                  <a:rect b="b" l="l" r="r" t="t"/>
                  <a:pathLst>
                    <a:path extrusionOk="0" h="14417" w="21113">
                      <a:moveTo>
                        <a:pt x="2531" y="1"/>
                      </a:moveTo>
                      <a:cubicBezTo>
                        <a:pt x="2271" y="1"/>
                        <a:pt x="2053" y="186"/>
                        <a:pt x="2020" y="441"/>
                      </a:cubicBezTo>
                      <a:lnTo>
                        <a:pt x="48" y="13824"/>
                      </a:lnTo>
                      <a:cubicBezTo>
                        <a:pt x="1" y="14137"/>
                        <a:pt x="247" y="14417"/>
                        <a:pt x="560" y="14417"/>
                      </a:cubicBezTo>
                      <a:lnTo>
                        <a:pt x="18587" y="14417"/>
                      </a:lnTo>
                      <a:cubicBezTo>
                        <a:pt x="18843" y="14417"/>
                        <a:pt x="19061" y="14227"/>
                        <a:pt x="19099" y="13971"/>
                      </a:cubicBezTo>
                      <a:lnTo>
                        <a:pt x="21065" y="593"/>
                      </a:lnTo>
                      <a:cubicBezTo>
                        <a:pt x="21113" y="280"/>
                        <a:pt x="20871" y="1"/>
                        <a:pt x="2055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" name="Google Shape;550;p28"/>
                <p:cNvSpPr/>
                <p:nvPr/>
              </p:nvSpPr>
              <p:spPr>
                <a:xfrm flipH="1">
                  <a:off x="5542689" y="3877458"/>
                  <a:ext cx="1614483" cy="300138"/>
                </a:xfrm>
                <a:custGeom>
                  <a:rect b="b" l="l" r="r" t="t"/>
                  <a:pathLst>
                    <a:path extrusionOk="0" h="4716" w="25368">
                      <a:moveTo>
                        <a:pt x="6298" y="1"/>
                      </a:moveTo>
                      <a:lnTo>
                        <a:pt x="0" y="4716"/>
                      </a:lnTo>
                      <a:lnTo>
                        <a:pt x="19075" y="4716"/>
                      </a:lnTo>
                      <a:lnTo>
                        <a:pt x="2536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" name="Google Shape;551;p28"/>
                <p:cNvSpPr/>
                <p:nvPr/>
              </p:nvSpPr>
              <p:spPr>
                <a:xfrm flipH="1">
                  <a:off x="5699504" y="3926017"/>
                  <a:ext cx="1310781" cy="193410"/>
                </a:xfrm>
                <a:custGeom>
                  <a:rect b="b" l="l" r="r" t="t"/>
                  <a:pathLst>
                    <a:path extrusionOk="0" h="3039" w="20596">
                      <a:moveTo>
                        <a:pt x="4223" y="1"/>
                      </a:moveTo>
                      <a:lnTo>
                        <a:pt x="0" y="3038"/>
                      </a:lnTo>
                      <a:lnTo>
                        <a:pt x="16373" y="3038"/>
                      </a:lnTo>
                      <a:lnTo>
                        <a:pt x="20596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" name="Google Shape;552;p28"/>
                <p:cNvSpPr/>
                <p:nvPr/>
              </p:nvSpPr>
              <p:spPr>
                <a:xfrm flipH="1">
                  <a:off x="5475737" y="3033622"/>
                  <a:ext cx="1199788" cy="789040"/>
                </a:xfrm>
                <a:custGeom>
                  <a:rect b="b" l="l" r="r" t="t"/>
                  <a:pathLst>
                    <a:path extrusionOk="0" h="12398" w="18852">
                      <a:moveTo>
                        <a:pt x="1820" y="0"/>
                      </a:moveTo>
                      <a:lnTo>
                        <a:pt x="0" y="12397"/>
                      </a:lnTo>
                      <a:lnTo>
                        <a:pt x="17027" y="12397"/>
                      </a:lnTo>
                      <a:lnTo>
                        <a:pt x="1885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53" name="Google Shape;553;p28"/>
              <p:cNvGrpSpPr/>
              <p:nvPr/>
            </p:nvGrpSpPr>
            <p:grpSpPr>
              <a:xfrm>
                <a:off x="5500749" y="2658704"/>
                <a:ext cx="1097897" cy="1163639"/>
                <a:chOff x="5500749" y="2658704"/>
                <a:chExt cx="1097897" cy="1163639"/>
              </a:xfrm>
            </p:grpSpPr>
            <p:sp>
              <p:nvSpPr>
                <p:cNvPr id="554" name="Google Shape;554;p28"/>
                <p:cNvSpPr/>
                <p:nvPr/>
              </p:nvSpPr>
              <p:spPr>
                <a:xfrm flipH="1">
                  <a:off x="5500749" y="2658704"/>
                  <a:ext cx="1097897" cy="1163639"/>
                </a:xfrm>
                <a:custGeom>
                  <a:rect b="b" l="l" r="r" t="t"/>
                  <a:pathLst>
                    <a:path extrusionOk="0" h="18284" w="17251">
                      <a:moveTo>
                        <a:pt x="3707" y="1"/>
                      </a:moveTo>
                      <a:cubicBezTo>
                        <a:pt x="3124" y="1"/>
                        <a:pt x="2631" y="427"/>
                        <a:pt x="2546" y="1005"/>
                      </a:cubicBezTo>
                      <a:lnTo>
                        <a:pt x="1" y="18283"/>
                      </a:lnTo>
                      <a:lnTo>
                        <a:pt x="14606" y="18283"/>
                      </a:lnTo>
                      <a:lnTo>
                        <a:pt x="16142" y="7872"/>
                      </a:lnTo>
                      <a:lnTo>
                        <a:pt x="16156" y="7900"/>
                      </a:lnTo>
                      <a:lnTo>
                        <a:pt x="17170" y="1005"/>
                      </a:lnTo>
                      <a:lnTo>
                        <a:pt x="17175" y="986"/>
                      </a:lnTo>
                      <a:cubicBezTo>
                        <a:pt x="17250" y="470"/>
                        <a:pt x="16848" y="1"/>
                        <a:pt x="1632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5" name="Google Shape;555;p28"/>
                <p:cNvSpPr/>
                <p:nvPr/>
              </p:nvSpPr>
              <p:spPr>
                <a:xfrm flipH="1">
                  <a:off x="5804769" y="2778479"/>
                  <a:ext cx="371609" cy="64"/>
                </a:xfrm>
                <a:custGeom>
                  <a:rect b="b" l="l" r="r" t="t"/>
                  <a:pathLst>
                    <a:path extrusionOk="0" fill="none" h="1" w="5839">
                      <a:moveTo>
                        <a:pt x="5839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6" name="Google Shape;556;p28"/>
                <p:cNvSpPr/>
                <p:nvPr/>
              </p:nvSpPr>
              <p:spPr>
                <a:xfrm flipH="1">
                  <a:off x="6054184" y="2920529"/>
                  <a:ext cx="328523" cy="64"/>
                </a:xfrm>
                <a:custGeom>
                  <a:rect b="b" l="l" r="r" t="t"/>
                  <a:pathLst>
                    <a:path extrusionOk="0" fill="none" h="1" w="5162">
                      <a:moveTo>
                        <a:pt x="5162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7" name="Google Shape;557;p28"/>
                <p:cNvSpPr/>
                <p:nvPr/>
              </p:nvSpPr>
              <p:spPr>
                <a:xfrm flipH="1">
                  <a:off x="5699823" y="2920529"/>
                  <a:ext cx="303447" cy="64"/>
                </a:xfrm>
                <a:custGeom>
                  <a:rect b="b" l="l" r="r" t="t"/>
                  <a:pathLst>
                    <a:path extrusionOk="0" fill="none" h="1" w="4768">
                      <a:moveTo>
                        <a:pt x="4768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8" name="Google Shape;558;p28"/>
                <p:cNvSpPr/>
                <p:nvPr/>
              </p:nvSpPr>
              <p:spPr>
                <a:xfrm flipH="1">
                  <a:off x="6228819" y="2991681"/>
                  <a:ext cx="162288" cy="64"/>
                </a:xfrm>
                <a:custGeom>
                  <a:rect b="b" l="l" r="r" t="t"/>
                  <a:pathLst>
                    <a:path extrusionOk="0" fill="none" h="1" w="2550">
                      <a:moveTo>
                        <a:pt x="255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9" name="Google Shape;559;p28"/>
                <p:cNvSpPr/>
                <p:nvPr/>
              </p:nvSpPr>
              <p:spPr>
                <a:xfrm flipH="1">
                  <a:off x="5630134" y="2991681"/>
                  <a:ext cx="509458" cy="64"/>
                </a:xfrm>
                <a:custGeom>
                  <a:rect b="b" l="l" r="r" t="t"/>
                  <a:pathLst>
                    <a:path extrusionOk="0" fill="none" h="1" w="8005">
                      <a:moveTo>
                        <a:pt x="800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" name="Google Shape;560;p28"/>
                <p:cNvSpPr/>
                <p:nvPr/>
              </p:nvSpPr>
              <p:spPr>
                <a:xfrm flipH="1">
                  <a:off x="5853901" y="3062834"/>
                  <a:ext cx="546244" cy="64"/>
                </a:xfrm>
                <a:custGeom>
                  <a:rect b="b" l="l" r="r" t="t"/>
                  <a:pathLst>
                    <a:path extrusionOk="0" fill="none" h="1" w="8583">
                      <a:moveTo>
                        <a:pt x="8582" y="1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" name="Google Shape;561;p28"/>
                <p:cNvSpPr/>
                <p:nvPr/>
              </p:nvSpPr>
              <p:spPr>
                <a:xfrm flipH="1">
                  <a:off x="5638853" y="3062834"/>
                  <a:ext cx="147842" cy="64"/>
                </a:xfrm>
                <a:custGeom>
                  <a:rect b="b" l="l" r="r" t="t"/>
                  <a:pathLst>
                    <a:path extrusionOk="0" fill="none" h="1" w="2323">
                      <a:moveTo>
                        <a:pt x="2322" y="1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2" name="Google Shape;562;p28"/>
                <p:cNvSpPr/>
                <p:nvPr/>
              </p:nvSpPr>
              <p:spPr>
                <a:xfrm flipH="1">
                  <a:off x="5647636" y="3134050"/>
                  <a:ext cx="597794" cy="64"/>
                </a:xfrm>
                <a:custGeom>
                  <a:rect b="b" l="l" r="r" t="t"/>
                  <a:pathLst>
                    <a:path extrusionOk="0" fill="none" h="1" w="9393">
                      <a:moveTo>
                        <a:pt x="939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3" name="Google Shape;563;p28"/>
                <p:cNvSpPr/>
                <p:nvPr/>
              </p:nvSpPr>
              <p:spPr>
                <a:xfrm flipH="1">
                  <a:off x="6071686" y="3205202"/>
                  <a:ext cx="345706" cy="64"/>
                </a:xfrm>
                <a:custGeom>
                  <a:rect b="b" l="l" r="r" t="t"/>
                  <a:pathLst>
                    <a:path extrusionOk="0" fill="none" h="1" w="5432">
                      <a:moveTo>
                        <a:pt x="5432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4" name="Google Shape;564;p28"/>
                <p:cNvSpPr/>
                <p:nvPr/>
              </p:nvSpPr>
              <p:spPr>
                <a:xfrm flipH="1">
                  <a:off x="5752582" y="3205202"/>
                  <a:ext cx="269717" cy="64"/>
                </a:xfrm>
                <a:custGeom>
                  <a:rect b="b" l="l" r="r" t="t"/>
                  <a:pathLst>
                    <a:path extrusionOk="0" fill="none" h="1" w="4238">
                      <a:moveTo>
                        <a:pt x="4238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5" name="Google Shape;565;p28"/>
                <p:cNvSpPr/>
                <p:nvPr/>
              </p:nvSpPr>
              <p:spPr>
                <a:xfrm flipH="1">
                  <a:off x="6347640" y="3276100"/>
                  <a:ext cx="78471" cy="64"/>
                </a:xfrm>
                <a:custGeom>
                  <a:rect b="b" l="l" r="r" t="t"/>
                  <a:pathLst>
                    <a:path extrusionOk="0" fill="none" h="1" w="1233">
                      <a:moveTo>
                        <a:pt x="1233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6" name="Google Shape;566;p28"/>
                <p:cNvSpPr/>
                <p:nvPr/>
              </p:nvSpPr>
              <p:spPr>
                <a:xfrm flipH="1">
                  <a:off x="5665137" y="3276100"/>
                  <a:ext cx="644826" cy="64"/>
                </a:xfrm>
                <a:custGeom>
                  <a:rect b="b" l="l" r="r" t="t"/>
                  <a:pathLst>
                    <a:path extrusionOk="0" fill="none" h="1" w="10132">
                      <a:moveTo>
                        <a:pt x="1013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28"/>
                <p:cNvSpPr/>
                <p:nvPr/>
              </p:nvSpPr>
              <p:spPr>
                <a:xfrm flipH="1">
                  <a:off x="6244475" y="3347252"/>
                  <a:ext cx="190355" cy="64"/>
                </a:xfrm>
                <a:custGeom>
                  <a:rect b="b" l="l" r="r" t="t"/>
                  <a:pathLst>
                    <a:path extrusionOk="0" fill="none" h="1" w="2991">
                      <a:moveTo>
                        <a:pt x="2990" y="1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8" name="Google Shape;568;p28"/>
                <p:cNvSpPr/>
                <p:nvPr/>
              </p:nvSpPr>
              <p:spPr>
                <a:xfrm flipH="1">
                  <a:off x="5931736" y="3347252"/>
                  <a:ext cx="266089" cy="64"/>
                </a:xfrm>
                <a:custGeom>
                  <a:rect b="b" l="l" r="r" t="t"/>
                  <a:pathLst>
                    <a:path extrusionOk="0" fill="none" h="1" w="4181">
                      <a:moveTo>
                        <a:pt x="4181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9" name="Google Shape;569;p28"/>
                <p:cNvSpPr/>
                <p:nvPr/>
              </p:nvSpPr>
              <p:spPr>
                <a:xfrm flipH="1">
                  <a:off x="5673856" y="3347252"/>
                  <a:ext cx="210911" cy="64"/>
                </a:xfrm>
                <a:custGeom>
                  <a:rect b="b" l="l" r="r" t="t"/>
                  <a:pathLst>
                    <a:path extrusionOk="0" fill="none" h="1" w="3314">
                      <a:moveTo>
                        <a:pt x="3313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0" name="Google Shape;570;p28"/>
                <p:cNvSpPr/>
                <p:nvPr/>
              </p:nvSpPr>
              <p:spPr>
                <a:xfrm flipH="1">
                  <a:off x="5682321" y="3418468"/>
                  <a:ext cx="592703" cy="0"/>
                </a:xfrm>
                <a:custGeom>
                  <a:rect b="b" l="l" r="r" t="t"/>
                  <a:pathLst>
                    <a:path extrusionOk="0" fill="none" h="0" w="9313">
                      <a:moveTo>
                        <a:pt x="9313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1" name="Google Shape;571;p28"/>
                <p:cNvSpPr/>
                <p:nvPr/>
              </p:nvSpPr>
              <p:spPr>
                <a:xfrm flipH="1">
                  <a:off x="6150666" y="3489302"/>
                  <a:ext cx="301665" cy="64"/>
                </a:xfrm>
                <a:custGeom>
                  <a:rect b="b" l="l" r="r" t="t"/>
                  <a:pathLst>
                    <a:path extrusionOk="0" fill="none" h="1" w="4740">
                      <a:moveTo>
                        <a:pt x="4739" y="1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28"/>
                <p:cNvSpPr/>
                <p:nvPr/>
              </p:nvSpPr>
              <p:spPr>
                <a:xfrm flipH="1">
                  <a:off x="5752582" y="3489302"/>
                  <a:ext cx="345388" cy="64"/>
                </a:xfrm>
                <a:custGeom>
                  <a:rect b="b" l="l" r="r" t="t"/>
                  <a:pathLst>
                    <a:path extrusionOk="0" fill="none" h="1" w="5427">
                      <a:moveTo>
                        <a:pt x="5427" y="1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3" name="Google Shape;573;p28"/>
                <p:cNvSpPr/>
                <p:nvPr/>
              </p:nvSpPr>
              <p:spPr>
                <a:xfrm flipH="1">
                  <a:off x="6323519" y="3560518"/>
                  <a:ext cx="137595" cy="64"/>
                </a:xfrm>
                <a:custGeom>
                  <a:rect b="b" l="l" r="r" t="t"/>
                  <a:pathLst>
                    <a:path extrusionOk="0" fill="none" h="1" w="2162">
                      <a:moveTo>
                        <a:pt x="2162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4" name="Google Shape;574;p28"/>
                <p:cNvSpPr/>
                <p:nvPr/>
              </p:nvSpPr>
              <p:spPr>
                <a:xfrm flipH="1">
                  <a:off x="5925372" y="3560518"/>
                  <a:ext cx="366517" cy="64"/>
                </a:xfrm>
                <a:custGeom>
                  <a:rect b="b" l="l" r="r" t="t"/>
                  <a:pathLst>
                    <a:path extrusionOk="0" fill="none" h="1" w="5759">
                      <a:moveTo>
                        <a:pt x="5758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5" name="Google Shape;575;p28"/>
                <p:cNvSpPr/>
                <p:nvPr/>
              </p:nvSpPr>
              <p:spPr>
                <a:xfrm flipH="1">
                  <a:off x="5699823" y="3560518"/>
                  <a:ext cx="173744" cy="64"/>
                </a:xfrm>
                <a:custGeom>
                  <a:rect b="b" l="l" r="r" t="t"/>
                  <a:pathLst>
                    <a:path extrusionOk="0" fill="none" h="1" w="2730">
                      <a:moveTo>
                        <a:pt x="273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28"/>
                <p:cNvSpPr/>
                <p:nvPr/>
              </p:nvSpPr>
              <p:spPr>
                <a:xfrm flipH="1">
                  <a:off x="5853901" y="3631670"/>
                  <a:ext cx="621342" cy="64"/>
                </a:xfrm>
                <a:custGeom>
                  <a:rect b="b" l="l" r="r" t="t"/>
                  <a:pathLst>
                    <a:path extrusionOk="0" fill="none" h="1" w="9763">
                      <a:moveTo>
                        <a:pt x="976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77" name="Google Shape;577;p28"/>
            <p:cNvGrpSpPr/>
            <p:nvPr/>
          </p:nvGrpSpPr>
          <p:grpSpPr>
            <a:xfrm>
              <a:off x="6096379" y="2251074"/>
              <a:ext cx="2375138" cy="2245307"/>
              <a:chOff x="6096379" y="2251074"/>
              <a:chExt cx="2375138" cy="2245307"/>
            </a:xfrm>
          </p:grpSpPr>
          <p:sp>
            <p:nvSpPr>
              <p:cNvPr id="578" name="Google Shape;578;p28"/>
              <p:cNvSpPr/>
              <p:nvPr/>
            </p:nvSpPr>
            <p:spPr>
              <a:xfrm flipH="1">
                <a:off x="6631421" y="3373536"/>
                <a:ext cx="747418" cy="519705"/>
              </a:xfrm>
              <a:custGeom>
                <a:rect b="b" l="l" r="r" t="t"/>
                <a:pathLst>
                  <a:path extrusionOk="0" h="8166" w="11744">
                    <a:moveTo>
                      <a:pt x="9247" y="0"/>
                    </a:moveTo>
                    <a:cubicBezTo>
                      <a:pt x="9027" y="0"/>
                      <a:pt x="8791" y="52"/>
                      <a:pt x="8564" y="142"/>
                    </a:cubicBezTo>
                    <a:cubicBezTo>
                      <a:pt x="8537" y="140"/>
                      <a:pt x="8508" y="140"/>
                      <a:pt x="8474" y="140"/>
                    </a:cubicBezTo>
                    <a:cubicBezTo>
                      <a:pt x="7950" y="140"/>
                      <a:pt x="6583" y="342"/>
                      <a:pt x="6208" y="507"/>
                    </a:cubicBezTo>
                    <a:cubicBezTo>
                      <a:pt x="5223" y="948"/>
                      <a:pt x="4739" y="1640"/>
                      <a:pt x="4142" y="2303"/>
                    </a:cubicBezTo>
                    <a:cubicBezTo>
                      <a:pt x="2768" y="3838"/>
                      <a:pt x="1687" y="4701"/>
                      <a:pt x="0" y="5881"/>
                    </a:cubicBezTo>
                    <a:cubicBezTo>
                      <a:pt x="1195" y="7122"/>
                      <a:pt x="3303" y="8004"/>
                      <a:pt x="5014" y="8165"/>
                    </a:cubicBezTo>
                    <a:cubicBezTo>
                      <a:pt x="5659" y="7705"/>
                      <a:pt x="6189" y="7094"/>
                      <a:pt x="6564" y="6402"/>
                    </a:cubicBezTo>
                    <a:cubicBezTo>
                      <a:pt x="7602" y="6160"/>
                      <a:pt x="9142" y="5796"/>
                      <a:pt x="9976" y="5085"/>
                    </a:cubicBezTo>
                    <a:cubicBezTo>
                      <a:pt x="10349" y="4771"/>
                      <a:pt x="10506" y="4396"/>
                      <a:pt x="10542" y="3923"/>
                    </a:cubicBezTo>
                    <a:lnTo>
                      <a:pt x="10542" y="3923"/>
                    </a:lnTo>
                    <a:cubicBezTo>
                      <a:pt x="10646" y="4161"/>
                      <a:pt x="11147" y="4431"/>
                      <a:pt x="11397" y="4431"/>
                    </a:cubicBezTo>
                    <a:cubicBezTo>
                      <a:pt x="11400" y="4431"/>
                      <a:pt x="11404" y="4431"/>
                      <a:pt x="11407" y="4431"/>
                    </a:cubicBezTo>
                    <a:cubicBezTo>
                      <a:pt x="11710" y="4426"/>
                      <a:pt x="11696" y="4161"/>
                      <a:pt x="11705" y="3853"/>
                    </a:cubicBezTo>
                    <a:cubicBezTo>
                      <a:pt x="11729" y="2985"/>
                      <a:pt x="11743" y="2535"/>
                      <a:pt x="11293" y="2104"/>
                    </a:cubicBezTo>
                    <a:cubicBezTo>
                      <a:pt x="11450" y="1630"/>
                      <a:pt x="10928" y="1147"/>
                      <a:pt x="10540" y="829"/>
                    </a:cubicBezTo>
                    <a:cubicBezTo>
                      <a:pt x="10241" y="469"/>
                      <a:pt x="10369" y="502"/>
                      <a:pt x="9805" y="147"/>
                    </a:cubicBezTo>
                    <a:cubicBezTo>
                      <a:pt x="9647" y="46"/>
                      <a:pt x="9454" y="0"/>
                      <a:pt x="9247" y="0"/>
                    </a:cubicBezTo>
                    <a:close/>
                  </a:path>
                </a:pathLst>
              </a:custGeom>
              <a:solidFill>
                <a:srgbClr val="E8AA9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8"/>
              <p:cNvSpPr/>
              <p:nvPr/>
            </p:nvSpPr>
            <p:spPr>
              <a:xfrm flipH="1">
                <a:off x="6671262" y="3504704"/>
                <a:ext cx="75735" cy="10628"/>
              </a:xfrm>
              <a:custGeom>
                <a:rect b="b" l="l" r="r" t="t"/>
                <a:pathLst>
                  <a:path extrusionOk="0" fill="none" h="167" w="1190">
                    <a:moveTo>
                      <a:pt x="1190" y="67"/>
                    </a:moveTo>
                    <a:cubicBezTo>
                      <a:pt x="792" y="0"/>
                      <a:pt x="379" y="34"/>
                      <a:pt x="0" y="166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8"/>
              <p:cNvSpPr/>
              <p:nvPr/>
            </p:nvSpPr>
            <p:spPr>
              <a:xfrm flipH="1">
                <a:off x="6708047" y="3417259"/>
                <a:ext cx="96864" cy="26284"/>
              </a:xfrm>
              <a:custGeom>
                <a:rect b="b" l="l" r="r" t="t"/>
                <a:pathLst>
                  <a:path extrusionOk="0" fill="none" h="413" w="1522">
                    <a:moveTo>
                      <a:pt x="1522" y="142"/>
                    </a:moveTo>
                    <a:cubicBezTo>
                      <a:pt x="882" y="0"/>
                      <a:pt x="403" y="142"/>
                      <a:pt x="0" y="412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8"/>
              <p:cNvSpPr/>
              <p:nvPr/>
            </p:nvSpPr>
            <p:spPr>
              <a:xfrm flipH="1">
                <a:off x="6833805" y="3382574"/>
                <a:ext cx="56451" cy="35003"/>
              </a:xfrm>
              <a:custGeom>
                <a:rect b="b" l="l" r="r" t="t"/>
                <a:pathLst>
                  <a:path extrusionOk="0" fill="none" h="550" w="887">
                    <a:moveTo>
                      <a:pt x="887" y="0"/>
                    </a:moveTo>
                    <a:cubicBezTo>
                      <a:pt x="503" y="109"/>
                      <a:pt x="195" y="327"/>
                      <a:pt x="0" y="55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8"/>
              <p:cNvSpPr/>
              <p:nvPr/>
            </p:nvSpPr>
            <p:spPr>
              <a:xfrm flipH="1">
                <a:off x="6626903" y="3543016"/>
                <a:ext cx="165661" cy="119457"/>
              </a:xfrm>
              <a:custGeom>
                <a:rect b="b" l="l" r="r" t="t"/>
                <a:pathLst>
                  <a:path extrusionOk="0" fill="none" h="1877" w="2603">
                    <a:moveTo>
                      <a:pt x="2422" y="0"/>
                    </a:moveTo>
                    <a:cubicBezTo>
                      <a:pt x="2602" y="484"/>
                      <a:pt x="2565" y="1024"/>
                      <a:pt x="2522" y="1540"/>
                    </a:cubicBezTo>
                    <a:cubicBezTo>
                      <a:pt x="2517" y="1611"/>
                      <a:pt x="2508" y="1687"/>
                      <a:pt x="2465" y="1744"/>
                    </a:cubicBezTo>
                    <a:cubicBezTo>
                      <a:pt x="2418" y="1796"/>
                      <a:pt x="2347" y="1820"/>
                      <a:pt x="2275" y="1834"/>
                    </a:cubicBezTo>
                    <a:cubicBezTo>
                      <a:pt x="2001" y="1877"/>
                      <a:pt x="1712" y="1773"/>
                      <a:pt x="1527" y="1564"/>
                    </a:cubicBezTo>
                    <a:cubicBezTo>
                      <a:pt x="1342" y="1360"/>
                      <a:pt x="1271" y="1057"/>
                      <a:pt x="1347" y="787"/>
                    </a:cubicBezTo>
                    <a:cubicBezTo>
                      <a:pt x="1195" y="787"/>
                      <a:pt x="1029" y="725"/>
                      <a:pt x="887" y="683"/>
                    </a:cubicBezTo>
                    <a:cubicBezTo>
                      <a:pt x="702" y="1081"/>
                      <a:pt x="366" y="1441"/>
                      <a:pt x="1" y="1682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8"/>
              <p:cNvSpPr/>
              <p:nvPr/>
            </p:nvSpPr>
            <p:spPr>
              <a:xfrm flipH="1">
                <a:off x="6704738" y="3630461"/>
                <a:ext cx="201238" cy="134604"/>
              </a:xfrm>
              <a:custGeom>
                <a:rect b="b" l="l" r="r" t="t"/>
                <a:pathLst>
                  <a:path extrusionOk="0" fill="none" h="2115" w="3162">
                    <a:moveTo>
                      <a:pt x="3152" y="0"/>
                    </a:moveTo>
                    <a:cubicBezTo>
                      <a:pt x="3162" y="408"/>
                      <a:pt x="2939" y="797"/>
                      <a:pt x="2626" y="1067"/>
                    </a:cubicBezTo>
                    <a:cubicBezTo>
                      <a:pt x="2318" y="1337"/>
                      <a:pt x="1934" y="1507"/>
                      <a:pt x="1546" y="1640"/>
                    </a:cubicBezTo>
                    <a:cubicBezTo>
                      <a:pt x="1048" y="1815"/>
                      <a:pt x="513" y="2000"/>
                      <a:pt x="1" y="2114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8"/>
              <p:cNvSpPr/>
              <p:nvPr/>
            </p:nvSpPr>
            <p:spPr>
              <a:xfrm flipH="1">
                <a:off x="6930923" y="3496239"/>
                <a:ext cx="773065" cy="640689"/>
              </a:xfrm>
              <a:custGeom>
                <a:rect b="b" l="l" r="r" t="t"/>
                <a:pathLst>
                  <a:path extrusionOk="0" h="10067" w="12147">
                    <a:moveTo>
                      <a:pt x="8801" y="1"/>
                    </a:moveTo>
                    <a:cubicBezTo>
                      <a:pt x="8801" y="1"/>
                      <a:pt x="1574" y="3797"/>
                      <a:pt x="1" y="7554"/>
                    </a:cubicBezTo>
                    <a:cubicBezTo>
                      <a:pt x="2361" y="8336"/>
                      <a:pt x="4711" y="9166"/>
                      <a:pt x="7038" y="10066"/>
                    </a:cubicBezTo>
                    <a:cubicBezTo>
                      <a:pt x="6976" y="9938"/>
                      <a:pt x="6943" y="9872"/>
                      <a:pt x="6943" y="9872"/>
                    </a:cubicBezTo>
                    <a:lnTo>
                      <a:pt x="12147" y="4773"/>
                    </a:lnTo>
                    <a:lnTo>
                      <a:pt x="88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8"/>
              <p:cNvSpPr/>
              <p:nvPr/>
            </p:nvSpPr>
            <p:spPr>
              <a:xfrm flipH="1">
                <a:off x="7420079" y="2394778"/>
                <a:ext cx="149369" cy="293328"/>
              </a:xfrm>
              <a:custGeom>
                <a:rect b="b" l="l" r="r" t="t"/>
                <a:pathLst>
                  <a:path extrusionOk="0" h="4609" w="2347">
                    <a:moveTo>
                      <a:pt x="1066" y="1"/>
                    </a:moveTo>
                    <a:cubicBezTo>
                      <a:pt x="945" y="1"/>
                      <a:pt x="819" y="40"/>
                      <a:pt x="688" y="120"/>
                    </a:cubicBezTo>
                    <a:cubicBezTo>
                      <a:pt x="214" y="399"/>
                      <a:pt x="90" y="883"/>
                      <a:pt x="57" y="1399"/>
                    </a:cubicBezTo>
                    <a:cubicBezTo>
                      <a:pt x="0" y="2314"/>
                      <a:pt x="105" y="3262"/>
                      <a:pt x="536" y="4062"/>
                    </a:cubicBezTo>
                    <a:cubicBezTo>
                      <a:pt x="682" y="4331"/>
                      <a:pt x="919" y="4609"/>
                      <a:pt x="1220" y="4609"/>
                    </a:cubicBezTo>
                    <a:cubicBezTo>
                      <a:pt x="1232" y="4609"/>
                      <a:pt x="1244" y="4608"/>
                      <a:pt x="1256" y="4607"/>
                    </a:cubicBezTo>
                    <a:cubicBezTo>
                      <a:pt x="1526" y="4584"/>
                      <a:pt x="1721" y="4342"/>
                      <a:pt x="1853" y="4105"/>
                    </a:cubicBezTo>
                    <a:cubicBezTo>
                      <a:pt x="2085" y="3688"/>
                      <a:pt x="2223" y="3214"/>
                      <a:pt x="2266" y="2740"/>
                    </a:cubicBezTo>
                    <a:cubicBezTo>
                      <a:pt x="2346" y="1901"/>
                      <a:pt x="2138" y="949"/>
                      <a:pt x="1593" y="290"/>
                    </a:cubicBezTo>
                    <a:cubicBezTo>
                      <a:pt x="1438" y="101"/>
                      <a:pt x="1260" y="1"/>
                      <a:pt x="1066" y="1"/>
                    </a:cubicBezTo>
                    <a:close/>
                  </a:path>
                </a:pathLst>
              </a:custGeom>
              <a:solidFill>
                <a:srgbClr val="424A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8"/>
              <p:cNvSpPr/>
              <p:nvPr/>
            </p:nvSpPr>
            <p:spPr>
              <a:xfrm flipH="1">
                <a:off x="7443627" y="2353156"/>
                <a:ext cx="486547" cy="677793"/>
              </a:xfrm>
              <a:custGeom>
                <a:rect b="b" l="l" r="r" t="t"/>
                <a:pathLst>
                  <a:path extrusionOk="0" h="10650" w="7645">
                    <a:moveTo>
                      <a:pt x="4440" y="1"/>
                    </a:moveTo>
                    <a:cubicBezTo>
                      <a:pt x="4420" y="1"/>
                      <a:pt x="4400" y="1"/>
                      <a:pt x="4379" y="1"/>
                    </a:cubicBezTo>
                    <a:cubicBezTo>
                      <a:pt x="3176" y="11"/>
                      <a:pt x="2048" y="750"/>
                      <a:pt x="1389" y="1759"/>
                    </a:cubicBezTo>
                    <a:cubicBezTo>
                      <a:pt x="730" y="2764"/>
                      <a:pt x="1" y="4536"/>
                      <a:pt x="195" y="5726"/>
                    </a:cubicBezTo>
                    <a:cubicBezTo>
                      <a:pt x="394" y="6963"/>
                      <a:pt x="617" y="8247"/>
                      <a:pt x="1337" y="9270"/>
                    </a:cubicBezTo>
                    <a:cubicBezTo>
                      <a:pt x="1894" y="10062"/>
                      <a:pt x="2845" y="10650"/>
                      <a:pt x="3782" y="10650"/>
                    </a:cubicBezTo>
                    <a:cubicBezTo>
                      <a:pt x="4057" y="10650"/>
                      <a:pt x="4330" y="10599"/>
                      <a:pt x="4593" y="10488"/>
                    </a:cubicBezTo>
                    <a:cubicBezTo>
                      <a:pt x="5356" y="10171"/>
                      <a:pt x="5858" y="9432"/>
                      <a:pt x="6228" y="8688"/>
                    </a:cubicBezTo>
                    <a:cubicBezTo>
                      <a:pt x="7313" y="6508"/>
                      <a:pt x="7644" y="3958"/>
                      <a:pt x="7142" y="1574"/>
                    </a:cubicBezTo>
                    <a:cubicBezTo>
                      <a:pt x="6900" y="414"/>
                      <a:pt x="5627" y="1"/>
                      <a:pt x="4440" y="1"/>
                    </a:cubicBezTo>
                    <a:close/>
                  </a:path>
                </a:pathLst>
              </a:custGeom>
              <a:solidFill>
                <a:srgbClr val="E8AA9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8"/>
              <p:cNvSpPr/>
              <p:nvPr/>
            </p:nvSpPr>
            <p:spPr>
              <a:xfrm flipH="1">
                <a:off x="7414097" y="2251074"/>
                <a:ext cx="974812" cy="790122"/>
              </a:xfrm>
              <a:custGeom>
                <a:rect b="b" l="l" r="r" t="t"/>
                <a:pathLst>
                  <a:path extrusionOk="0" h="12415" w="15317">
                    <a:moveTo>
                      <a:pt x="9076" y="0"/>
                    </a:moveTo>
                    <a:cubicBezTo>
                      <a:pt x="8823" y="0"/>
                      <a:pt x="8569" y="15"/>
                      <a:pt x="8318" y="46"/>
                    </a:cubicBezTo>
                    <a:cubicBezTo>
                      <a:pt x="7465" y="150"/>
                      <a:pt x="6593" y="449"/>
                      <a:pt x="6005" y="1074"/>
                    </a:cubicBezTo>
                    <a:cubicBezTo>
                      <a:pt x="5000" y="2150"/>
                      <a:pt x="5100" y="3681"/>
                      <a:pt x="4550" y="4956"/>
                    </a:cubicBezTo>
                    <a:cubicBezTo>
                      <a:pt x="4256" y="5628"/>
                      <a:pt x="3763" y="6245"/>
                      <a:pt x="3091" y="6538"/>
                    </a:cubicBezTo>
                    <a:cubicBezTo>
                      <a:pt x="2762" y="6680"/>
                      <a:pt x="2416" y="6736"/>
                      <a:pt x="2064" y="6736"/>
                    </a:cubicBezTo>
                    <a:cubicBezTo>
                      <a:pt x="1377" y="6736"/>
                      <a:pt x="665" y="6521"/>
                      <a:pt x="1" y="6301"/>
                    </a:cubicBezTo>
                    <a:lnTo>
                      <a:pt x="1" y="6301"/>
                    </a:lnTo>
                    <a:cubicBezTo>
                      <a:pt x="96" y="7448"/>
                      <a:pt x="261" y="8605"/>
                      <a:pt x="716" y="9661"/>
                    </a:cubicBezTo>
                    <a:cubicBezTo>
                      <a:pt x="1176" y="10732"/>
                      <a:pt x="2489" y="12400"/>
                      <a:pt x="3778" y="12415"/>
                    </a:cubicBezTo>
                    <a:cubicBezTo>
                      <a:pt x="3784" y="12415"/>
                      <a:pt x="3790" y="12415"/>
                      <a:pt x="3795" y="12415"/>
                    </a:cubicBezTo>
                    <a:cubicBezTo>
                      <a:pt x="4314" y="12415"/>
                      <a:pt x="4772" y="12007"/>
                      <a:pt x="5152" y="11557"/>
                    </a:cubicBezTo>
                    <a:cubicBezTo>
                      <a:pt x="5365" y="11306"/>
                      <a:pt x="5550" y="11040"/>
                      <a:pt x="5711" y="10832"/>
                    </a:cubicBezTo>
                    <a:cubicBezTo>
                      <a:pt x="6431" y="9875"/>
                      <a:pt x="6976" y="8761"/>
                      <a:pt x="7351" y="7657"/>
                    </a:cubicBezTo>
                    <a:cubicBezTo>
                      <a:pt x="7735" y="6538"/>
                      <a:pt x="8275" y="5112"/>
                      <a:pt x="8280" y="3932"/>
                    </a:cubicBezTo>
                    <a:cubicBezTo>
                      <a:pt x="9265" y="4472"/>
                      <a:pt x="10336" y="4903"/>
                      <a:pt x="11455" y="4951"/>
                    </a:cubicBezTo>
                    <a:cubicBezTo>
                      <a:pt x="11516" y="4953"/>
                      <a:pt x="11578" y="4955"/>
                      <a:pt x="11640" y="4955"/>
                    </a:cubicBezTo>
                    <a:cubicBezTo>
                      <a:pt x="12705" y="4955"/>
                      <a:pt x="13793" y="4567"/>
                      <a:pt x="14478" y="3757"/>
                    </a:cubicBezTo>
                    <a:cubicBezTo>
                      <a:pt x="15317" y="2761"/>
                      <a:pt x="13227" y="1397"/>
                      <a:pt x="12564" y="994"/>
                    </a:cubicBezTo>
                    <a:cubicBezTo>
                      <a:pt x="11519" y="354"/>
                      <a:pt x="10299" y="0"/>
                      <a:pt x="9076" y="0"/>
                    </a:cubicBezTo>
                    <a:close/>
                  </a:path>
                </a:pathLst>
              </a:custGeom>
              <a:solidFill>
                <a:srgbClr val="424A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8"/>
              <p:cNvSpPr/>
              <p:nvPr/>
            </p:nvSpPr>
            <p:spPr>
              <a:xfrm flipH="1">
                <a:off x="7690942" y="2679833"/>
                <a:ext cx="466945" cy="597539"/>
              </a:xfrm>
              <a:custGeom>
                <a:rect b="b" l="l" r="r" t="t"/>
                <a:pathLst>
                  <a:path extrusionOk="0" h="9389" w="7337">
                    <a:moveTo>
                      <a:pt x="3365" y="0"/>
                    </a:moveTo>
                    <a:cubicBezTo>
                      <a:pt x="2493" y="2517"/>
                      <a:pt x="1536" y="6569"/>
                      <a:pt x="1" y="8748"/>
                    </a:cubicBezTo>
                    <a:cubicBezTo>
                      <a:pt x="511" y="9191"/>
                      <a:pt x="1339" y="9278"/>
                      <a:pt x="2227" y="9278"/>
                    </a:cubicBezTo>
                    <a:cubicBezTo>
                      <a:pt x="2802" y="9278"/>
                      <a:pt x="3403" y="9241"/>
                      <a:pt x="3960" y="9241"/>
                    </a:cubicBezTo>
                    <a:cubicBezTo>
                      <a:pt x="4469" y="9241"/>
                      <a:pt x="4941" y="9272"/>
                      <a:pt x="5323" y="9388"/>
                    </a:cubicBezTo>
                    <a:cubicBezTo>
                      <a:pt x="6005" y="6924"/>
                      <a:pt x="6081" y="3858"/>
                      <a:pt x="7337" y="1631"/>
                    </a:cubicBezTo>
                    <a:cubicBezTo>
                      <a:pt x="6981" y="1560"/>
                      <a:pt x="6763" y="1242"/>
                      <a:pt x="6484" y="1019"/>
                    </a:cubicBezTo>
                    <a:cubicBezTo>
                      <a:pt x="5683" y="384"/>
                      <a:pt x="4166" y="631"/>
                      <a:pt x="3365" y="0"/>
                    </a:cubicBezTo>
                    <a:close/>
                  </a:path>
                </a:pathLst>
              </a:custGeom>
              <a:solidFill>
                <a:srgbClr val="E8AA9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28"/>
              <p:cNvSpPr/>
              <p:nvPr/>
            </p:nvSpPr>
            <p:spPr>
              <a:xfrm flipH="1">
                <a:off x="7792897" y="2456830"/>
                <a:ext cx="265453" cy="242923"/>
              </a:xfrm>
              <a:custGeom>
                <a:rect b="b" l="l" r="r" t="t"/>
                <a:pathLst>
                  <a:path extrusionOk="0" h="3817" w="4171">
                    <a:moveTo>
                      <a:pt x="1696" y="0"/>
                    </a:moveTo>
                    <a:cubicBezTo>
                      <a:pt x="1651" y="0"/>
                      <a:pt x="1605" y="2"/>
                      <a:pt x="1560" y="7"/>
                    </a:cubicBezTo>
                    <a:cubicBezTo>
                      <a:pt x="958" y="64"/>
                      <a:pt x="531" y="509"/>
                      <a:pt x="323" y="1007"/>
                    </a:cubicBezTo>
                    <a:cubicBezTo>
                      <a:pt x="1" y="1779"/>
                      <a:pt x="171" y="2808"/>
                      <a:pt x="939" y="3395"/>
                    </a:cubicBezTo>
                    <a:cubicBezTo>
                      <a:pt x="1298" y="3673"/>
                      <a:pt x="1763" y="3816"/>
                      <a:pt x="2209" y="3816"/>
                    </a:cubicBezTo>
                    <a:cubicBezTo>
                      <a:pt x="2533" y="3816"/>
                      <a:pt x="2847" y="3741"/>
                      <a:pt x="3105" y="3585"/>
                    </a:cubicBezTo>
                    <a:cubicBezTo>
                      <a:pt x="4171" y="2940"/>
                      <a:pt x="3896" y="1400"/>
                      <a:pt x="3005" y="566"/>
                    </a:cubicBezTo>
                    <a:cubicBezTo>
                      <a:pt x="2655" y="238"/>
                      <a:pt x="2167" y="0"/>
                      <a:pt x="1696" y="0"/>
                    </a:cubicBezTo>
                    <a:close/>
                  </a:path>
                </a:pathLst>
              </a:custGeom>
              <a:solidFill>
                <a:srgbClr val="E8AA9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28"/>
              <p:cNvSpPr/>
              <p:nvPr/>
            </p:nvSpPr>
            <p:spPr>
              <a:xfrm flipH="1">
                <a:off x="7512106" y="2618927"/>
                <a:ext cx="94127" cy="12410"/>
              </a:xfrm>
              <a:custGeom>
                <a:rect b="b" l="l" r="r" t="t"/>
                <a:pathLst>
                  <a:path extrusionOk="0" fill="none" h="195" w="1479">
                    <a:moveTo>
                      <a:pt x="1479" y="43"/>
                    </a:moveTo>
                    <a:cubicBezTo>
                      <a:pt x="981" y="0"/>
                      <a:pt x="474" y="52"/>
                      <a:pt x="0" y="194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28"/>
              <p:cNvSpPr/>
              <p:nvPr/>
            </p:nvSpPr>
            <p:spPr>
              <a:xfrm flipH="1">
                <a:off x="7538327" y="2679706"/>
                <a:ext cx="25075" cy="22148"/>
              </a:xfrm>
              <a:custGeom>
                <a:rect b="b" l="l" r="r" t="t"/>
                <a:pathLst>
                  <a:path extrusionOk="0" h="348" w="394">
                    <a:moveTo>
                      <a:pt x="200" y="1"/>
                    </a:moveTo>
                    <a:cubicBezTo>
                      <a:pt x="131" y="1"/>
                      <a:pt x="64" y="41"/>
                      <a:pt x="38" y="107"/>
                    </a:cubicBezTo>
                    <a:cubicBezTo>
                      <a:pt x="0" y="197"/>
                      <a:pt x="43" y="301"/>
                      <a:pt x="133" y="334"/>
                    </a:cubicBezTo>
                    <a:cubicBezTo>
                      <a:pt x="154" y="344"/>
                      <a:pt x="176" y="348"/>
                      <a:pt x="198" y="348"/>
                    </a:cubicBezTo>
                    <a:cubicBezTo>
                      <a:pt x="265" y="348"/>
                      <a:pt x="331" y="307"/>
                      <a:pt x="356" y="239"/>
                    </a:cubicBezTo>
                    <a:cubicBezTo>
                      <a:pt x="393" y="149"/>
                      <a:pt x="351" y="50"/>
                      <a:pt x="261" y="12"/>
                    </a:cubicBezTo>
                    <a:cubicBezTo>
                      <a:pt x="241" y="4"/>
                      <a:pt x="220" y="1"/>
                      <a:pt x="2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28"/>
              <p:cNvSpPr/>
              <p:nvPr/>
            </p:nvSpPr>
            <p:spPr>
              <a:xfrm flipH="1">
                <a:off x="7925274" y="2520281"/>
                <a:ext cx="36849" cy="89927"/>
              </a:xfrm>
              <a:custGeom>
                <a:rect b="b" l="l" r="r" t="t"/>
                <a:pathLst>
                  <a:path extrusionOk="0" fill="none" h="1413" w="579">
                    <a:moveTo>
                      <a:pt x="0" y="1"/>
                    </a:moveTo>
                    <a:cubicBezTo>
                      <a:pt x="195" y="470"/>
                      <a:pt x="384" y="944"/>
                      <a:pt x="578" y="1413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28"/>
              <p:cNvSpPr/>
              <p:nvPr/>
            </p:nvSpPr>
            <p:spPr>
              <a:xfrm flipH="1">
                <a:off x="7895998" y="2537465"/>
                <a:ext cx="81526" cy="53141"/>
              </a:xfrm>
              <a:custGeom>
                <a:rect b="b" l="l" r="r" t="t"/>
                <a:pathLst>
                  <a:path extrusionOk="0" fill="none" h="835" w="1281">
                    <a:moveTo>
                      <a:pt x="1280" y="1"/>
                    </a:moveTo>
                    <a:cubicBezTo>
                      <a:pt x="811" y="204"/>
                      <a:pt x="375" y="489"/>
                      <a:pt x="1" y="835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28"/>
              <p:cNvSpPr/>
              <p:nvPr/>
            </p:nvSpPr>
            <p:spPr>
              <a:xfrm flipH="1">
                <a:off x="7444836" y="2708791"/>
                <a:ext cx="67016" cy="92409"/>
              </a:xfrm>
              <a:custGeom>
                <a:rect b="b" l="l" r="r" t="t"/>
                <a:pathLst>
                  <a:path extrusionOk="0" h="1452" w="1053">
                    <a:moveTo>
                      <a:pt x="536" y="0"/>
                    </a:moveTo>
                    <a:cubicBezTo>
                      <a:pt x="323" y="356"/>
                      <a:pt x="53" y="986"/>
                      <a:pt x="1" y="1403"/>
                    </a:cubicBezTo>
                    <a:cubicBezTo>
                      <a:pt x="85" y="1436"/>
                      <a:pt x="175" y="1451"/>
                      <a:pt x="265" y="1451"/>
                    </a:cubicBezTo>
                    <a:cubicBezTo>
                      <a:pt x="438" y="1451"/>
                      <a:pt x="611" y="1394"/>
                      <a:pt x="745" y="1285"/>
                    </a:cubicBezTo>
                    <a:cubicBezTo>
                      <a:pt x="948" y="1119"/>
                      <a:pt x="1053" y="844"/>
                      <a:pt x="1015" y="583"/>
                    </a:cubicBezTo>
                    <a:cubicBezTo>
                      <a:pt x="972" y="323"/>
                      <a:pt x="782" y="95"/>
                      <a:pt x="536" y="0"/>
                    </a:cubicBezTo>
                    <a:close/>
                  </a:path>
                </a:pathLst>
              </a:custGeom>
              <a:solidFill>
                <a:srgbClr val="E8AA9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28"/>
              <p:cNvSpPr/>
              <p:nvPr/>
            </p:nvSpPr>
            <p:spPr>
              <a:xfrm flipH="1">
                <a:off x="8017873" y="2379441"/>
                <a:ext cx="364672" cy="270608"/>
              </a:xfrm>
              <a:custGeom>
                <a:rect b="b" l="l" r="r" t="t"/>
                <a:pathLst>
                  <a:path extrusionOk="0" fill="none" h="4252" w="5730">
                    <a:moveTo>
                      <a:pt x="5730" y="0"/>
                    </a:moveTo>
                    <a:cubicBezTo>
                      <a:pt x="5455" y="427"/>
                      <a:pt x="5213" y="877"/>
                      <a:pt x="5024" y="1346"/>
                    </a:cubicBezTo>
                    <a:cubicBezTo>
                      <a:pt x="4848" y="1773"/>
                      <a:pt x="4787" y="2299"/>
                      <a:pt x="4564" y="2692"/>
                    </a:cubicBezTo>
                    <a:cubicBezTo>
                      <a:pt x="4133" y="3469"/>
                      <a:pt x="3318" y="4019"/>
                      <a:pt x="2431" y="4138"/>
                    </a:cubicBezTo>
                    <a:cubicBezTo>
                      <a:pt x="1550" y="4251"/>
                      <a:pt x="621" y="3934"/>
                      <a:pt x="0" y="3294"/>
                    </a:cubicBezTo>
                  </a:path>
                </a:pathLst>
              </a:custGeom>
              <a:noFill/>
              <a:ln cap="flat" cmpd="sng" w="9525">
                <a:solidFill>
                  <a:srgbClr val="424A5B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28"/>
              <p:cNvSpPr/>
              <p:nvPr/>
            </p:nvSpPr>
            <p:spPr>
              <a:xfrm flipH="1">
                <a:off x="7453301" y="2431627"/>
                <a:ext cx="365881" cy="150260"/>
              </a:xfrm>
              <a:custGeom>
                <a:rect b="b" l="l" r="r" t="t"/>
                <a:pathLst>
                  <a:path extrusionOk="0" fill="none" h="2361" w="5749">
                    <a:moveTo>
                      <a:pt x="1" y="1251"/>
                    </a:moveTo>
                    <a:cubicBezTo>
                      <a:pt x="607" y="1626"/>
                      <a:pt x="1247" y="1957"/>
                      <a:pt x="1934" y="2142"/>
                    </a:cubicBezTo>
                    <a:cubicBezTo>
                      <a:pt x="2621" y="2327"/>
                      <a:pt x="3365" y="2360"/>
                      <a:pt x="4043" y="2142"/>
                    </a:cubicBezTo>
                    <a:cubicBezTo>
                      <a:pt x="4436" y="2019"/>
                      <a:pt x="4806" y="1806"/>
                      <a:pt x="5104" y="1517"/>
                    </a:cubicBezTo>
                    <a:cubicBezTo>
                      <a:pt x="5365" y="1261"/>
                      <a:pt x="5749" y="849"/>
                      <a:pt x="5730" y="455"/>
                    </a:cubicBezTo>
                    <a:cubicBezTo>
                      <a:pt x="5720" y="266"/>
                      <a:pt x="5607" y="90"/>
                      <a:pt x="5436" y="0"/>
                    </a:cubicBezTo>
                  </a:path>
                </a:pathLst>
              </a:custGeom>
              <a:noFill/>
              <a:ln cap="flat" cmpd="sng" w="9525">
                <a:solidFill>
                  <a:srgbClr val="424A5B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28"/>
              <p:cNvSpPr/>
              <p:nvPr/>
            </p:nvSpPr>
            <p:spPr>
              <a:xfrm flipH="1">
                <a:off x="7796207" y="2857778"/>
                <a:ext cx="135177" cy="132758"/>
              </a:xfrm>
              <a:custGeom>
                <a:rect b="b" l="l" r="r" t="t"/>
                <a:pathLst>
                  <a:path extrusionOk="0" fill="none" h="2086" w="2124">
                    <a:moveTo>
                      <a:pt x="2124" y="2085"/>
                    </a:moveTo>
                    <a:cubicBezTo>
                      <a:pt x="1214" y="1654"/>
                      <a:pt x="451" y="910"/>
                      <a:pt x="1" y="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8"/>
              <p:cNvSpPr/>
              <p:nvPr/>
            </p:nvSpPr>
            <p:spPr>
              <a:xfrm flipH="1">
                <a:off x="7553410" y="2776061"/>
                <a:ext cx="37485" cy="58869"/>
              </a:xfrm>
              <a:custGeom>
                <a:rect b="b" l="l" r="r" t="t"/>
                <a:pathLst>
                  <a:path extrusionOk="0" fill="none" h="925" w="589">
                    <a:moveTo>
                      <a:pt x="29" y="0"/>
                    </a:moveTo>
                    <a:cubicBezTo>
                      <a:pt x="1" y="384"/>
                      <a:pt x="238" y="768"/>
                      <a:pt x="589" y="924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28"/>
              <p:cNvSpPr/>
              <p:nvPr/>
            </p:nvSpPr>
            <p:spPr>
              <a:xfrm flipH="1">
                <a:off x="6096379" y="3792622"/>
                <a:ext cx="773702" cy="405530"/>
              </a:xfrm>
              <a:custGeom>
                <a:rect b="b" l="l" r="r" t="t"/>
                <a:pathLst>
                  <a:path extrusionOk="0" h="6372" w="12157">
                    <a:moveTo>
                      <a:pt x="7802" y="0"/>
                    </a:moveTo>
                    <a:cubicBezTo>
                      <a:pt x="6792" y="0"/>
                      <a:pt x="6078" y="390"/>
                      <a:pt x="5285" y="718"/>
                    </a:cubicBezTo>
                    <a:cubicBezTo>
                      <a:pt x="3380" y="1495"/>
                      <a:pt x="2029" y="1803"/>
                      <a:pt x="1" y="2125"/>
                    </a:cubicBezTo>
                    <a:cubicBezTo>
                      <a:pt x="527" y="3765"/>
                      <a:pt x="2039" y="5480"/>
                      <a:pt x="3512" y="6371"/>
                    </a:cubicBezTo>
                    <a:cubicBezTo>
                      <a:pt x="4290" y="6234"/>
                      <a:pt x="5034" y="5921"/>
                      <a:pt x="5678" y="5461"/>
                    </a:cubicBezTo>
                    <a:cubicBezTo>
                      <a:pt x="6217" y="5585"/>
                      <a:pt x="6796" y="5655"/>
                      <a:pt x="7377" y="5655"/>
                    </a:cubicBezTo>
                    <a:cubicBezTo>
                      <a:pt x="8448" y="5655"/>
                      <a:pt x="9524" y="5418"/>
                      <a:pt x="10371" y="4845"/>
                    </a:cubicBezTo>
                    <a:lnTo>
                      <a:pt x="10371" y="4845"/>
                    </a:lnTo>
                    <a:cubicBezTo>
                      <a:pt x="10158" y="5019"/>
                      <a:pt x="10257" y="5435"/>
                      <a:pt x="10521" y="5551"/>
                    </a:cubicBezTo>
                    <a:cubicBezTo>
                      <a:pt x="10599" y="5587"/>
                      <a:pt x="10681" y="5603"/>
                      <a:pt x="10763" y="5603"/>
                    </a:cubicBezTo>
                    <a:cubicBezTo>
                      <a:pt x="10978" y="5603"/>
                      <a:pt x="11197" y="5496"/>
                      <a:pt x="11365" y="5352"/>
                    </a:cubicBezTo>
                    <a:cubicBezTo>
                      <a:pt x="11839" y="4945"/>
                      <a:pt x="12023" y="4239"/>
                      <a:pt x="11805" y="3656"/>
                    </a:cubicBezTo>
                    <a:cubicBezTo>
                      <a:pt x="12156" y="3300"/>
                      <a:pt x="11843" y="2329"/>
                      <a:pt x="11635" y="1879"/>
                    </a:cubicBezTo>
                    <a:cubicBezTo>
                      <a:pt x="11426" y="1424"/>
                      <a:pt x="11559" y="1272"/>
                      <a:pt x="11147" y="988"/>
                    </a:cubicBezTo>
                    <a:cubicBezTo>
                      <a:pt x="10753" y="713"/>
                      <a:pt x="10573" y="628"/>
                      <a:pt x="10028" y="628"/>
                    </a:cubicBezTo>
                    <a:cubicBezTo>
                      <a:pt x="9645" y="410"/>
                      <a:pt x="8365" y="16"/>
                      <a:pt x="7924" y="2"/>
                    </a:cubicBezTo>
                    <a:cubicBezTo>
                      <a:pt x="7883" y="1"/>
                      <a:pt x="7842" y="0"/>
                      <a:pt x="7802" y="0"/>
                    </a:cubicBezTo>
                    <a:close/>
                  </a:path>
                </a:pathLst>
              </a:custGeom>
              <a:solidFill>
                <a:srgbClr val="E8AA9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28"/>
              <p:cNvSpPr/>
              <p:nvPr/>
            </p:nvSpPr>
            <p:spPr>
              <a:xfrm flipH="1">
                <a:off x="6129282" y="3994496"/>
                <a:ext cx="71216" cy="27494"/>
              </a:xfrm>
              <a:custGeom>
                <a:rect b="b" l="l" r="r" t="t"/>
                <a:pathLst>
                  <a:path extrusionOk="0" fill="none" h="432" w="1119">
                    <a:moveTo>
                      <a:pt x="1119" y="432"/>
                    </a:moveTo>
                    <a:cubicBezTo>
                      <a:pt x="787" y="199"/>
                      <a:pt x="403" y="52"/>
                      <a:pt x="0" y="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8"/>
              <p:cNvSpPr/>
              <p:nvPr/>
            </p:nvSpPr>
            <p:spPr>
              <a:xfrm flipH="1">
                <a:off x="6186560" y="4071376"/>
                <a:ext cx="18775" cy="30230"/>
              </a:xfrm>
              <a:custGeom>
                <a:rect b="b" l="l" r="r" t="t"/>
                <a:pathLst>
                  <a:path extrusionOk="0" fill="none" h="475" w="295">
                    <a:moveTo>
                      <a:pt x="294" y="1"/>
                    </a:moveTo>
                    <a:cubicBezTo>
                      <a:pt x="171" y="138"/>
                      <a:pt x="67" y="299"/>
                      <a:pt x="0" y="475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8"/>
              <p:cNvSpPr/>
              <p:nvPr/>
            </p:nvSpPr>
            <p:spPr>
              <a:xfrm flipH="1">
                <a:off x="6129600" y="3900687"/>
                <a:ext cx="91454" cy="11519"/>
              </a:xfrm>
              <a:custGeom>
                <a:rect b="b" l="l" r="r" t="t"/>
                <a:pathLst>
                  <a:path extrusionOk="0" fill="none" h="181" w="1437">
                    <a:moveTo>
                      <a:pt x="1437" y="181"/>
                    </a:moveTo>
                    <a:cubicBezTo>
                      <a:pt x="972" y="38"/>
                      <a:pt x="480" y="1"/>
                      <a:pt x="1" y="62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8"/>
              <p:cNvSpPr/>
              <p:nvPr/>
            </p:nvSpPr>
            <p:spPr>
              <a:xfrm flipH="1">
                <a:off x="6231810" y="3832526"/>
                <a:ext cx="54669" cy="11519"/>
              </a:xfrm>
              <a:custGeom>
                <a:rect b="b" l="l" r="r" t="t"/>
                <a:pathLst>
                  <a:path extrusionOk="0" fill="none" h="181" w="859">
                    <a:moveTo>
                      <a:pt x="858" y="1"/>
                    </a:moveTo>
                    <a:cubicBezTo>
                      <a:pt x="565" y="10"/>
                      <a:pt x="271" y="72"/>
                      <a:pt x="1" y="181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8"/>
              <p:cNvSpPr/>
              <p:nvPr/>
            </p:nvSpPr>
            <p:spPr>
              <a:xfrm flipH="1">
                <a:off x="6505664" y="3081226"/>
                <a:ext cx="1965853" cy="1415155"/>
              </a:xfrm>
              <a:custGeom>
                <a:rect b="b" l="l" r="r" t="t"/>
                <a:pathLst>
                  <a:path extrusionOk="0" h="22236" w="30889">
                    <a:moveTo>
                      <a:pt x="6236" y="1"/>
                    </a:moveTo>
                    <a:cubicBezTo>
                      <a:pt x="6222" y="1"/>
                      <a:pt x="6208" y="1"/>
                      <a:pt x="6194" y="1"/>
                    </a:cubicBezTo>
                    <a:cubicBezTo>
                      <a:pt x="5976" y="1"/>
                      <a:pt x="5753" y="10"/>
                      <a:pt x="5535" y="20"/>
                    </a:cubicBezTo>
                    <a:cubicBezTo>
                      <a:pt x="5535" y="20"/>
                      <a:pt x="256" y="584"/>
                      <a:pt x="0" y="9332"/>
                    </a:cubicBezTo>
                    <a:cubicBezTo>
                      <a:pt x="607" y="10526"/>
                      <a:pt x="1337" y="11715"/>
                      <a:pt x="2194" y="12895"/>
                    </a:cubicBezTo>
                    <a:cubicBezTo>
                      <a:pt x="3090" y="14118"/>
                      <a:pt x="4128" y="15327"/>
                      <a:pt x="5332" y="16507"/>
                    </a:cubicBezTo>
                    <a:cubicBezTo>
                      <a:pt x="7241" y="18383"/>
                      <a:pt x="9459" y="19857"/>
                      <a:pt x="11857" y="20952"/>
                    </a:cubicBezTo>
                    <a:cubicBezTo>
                      <a:pt x="12975" y="21459"/>
                      <a:pt x="14132" y="21890"/>
                      <a:pt x="15312" y="22236"/>
                    </a:cubicBezTo>
                    <a:cubicBezTo>
                      <a:pt x="15397" y="21080"/>
                      <a:pt x="15530" y="18582"/>
                      <a:pt x="15677" y="17923"/>
                    </a:cubicBezTo>
                    <a:cubicBezTo>
                      <a:pt x="16823" y="19113"/>
                      <a:pt x="18003" y="20497"/>
                      <a:pt x="19051" y="20895"/>
                    </a:cubicBezTo>
                    <a:cubicBezTo>
                      <a:pt x="19533" y="21077"/>
                      <a:pt x="20082" y="21157"/>
                      <a:pt x="20675" y="21157"/>
                    </a:cubicBezTo>
                    <a:cubicBezTo>
                      <a:pt x="24760" y="21157"/>
                      <a:pt x="30888" y="17374"/>
                      <a:pt x="30888" y="17374"/>
                    </a:cubicBezTo>
                    <a:lnTo>
                      <a:pt x="30647" y="16772"/>
                    </a:lnTo>
                    <a:lnTo>
                      <a:pt x="28898" y="12464"/>
                    </a:lnTo>
                    <a:lnTo>
                      <a:pt x="28694" y="11971"/>
                    </a:lnTo>
                    <a:lnTo>
                      <a:pt x="21965" y="13493"/>
                    </a:lnTo>
                    <a:lnTo>
                      <a:pt x="21591" y="13578"/>
                    </a:lnTo>
                    <a:cubicBezTo>
                      <a:pt x="21591" y="13578"/>
                      <a:pt x="21363" y="13199"/>
                      <a:pt x="20960" y="12540"/>
                    </a:cubicBezTo>
                    <a:cubicBezTo>
                      <a:pt x="20487" y="11768"/>
                      <a:pt x="19771" y="10607"/>
                      <a:pt x="18885" y="9209"/>
                    </a:cubicBezTo>
                    <a:cubicBezTo>
                      <a:pt x="18662" y="8858"/>
                      <a:pt x="18430" y="8493"/>
                      <a:pt x="18193" y="8114"/>
                    </a:cubicBezTo>
                    <a:cubicBezTo>
                      <a:pt x="17724" y="7389"/>
                      <a:pt x="17226" y="6616"/>
                      <a:pt x="16700" y="5811"/>
                    </a:cubicBezTo>
                    <a:cubicBezTo>
                      <a:pt x="15061" y="3304"/>
                      <a:pt x="12980" y="1697"/>
                      <a:pt x="10734" y="825"/>
                    </a:cubicBezTo>
                    <a:cubicBezTo>
                      <a:pt x="9283" y="257"/>
                      <a:pt x="7757" y="1"/>
                      <a:pt x="62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8"/>
              <p:cNvSpPr/>
              <p:nvPr/>
            </p:nvSpPr>
            <p:spPr>
              <a:xfrm flipH="1">
                <a:off x="7259064" y="3821961"/>
                <a:ext cx="535997" cy="589075"/>
              </a:xfrm>
              <a:custGeom>
                <a:rect b="b" l="l" r="r" t="t"/>
                <a:pathLst>
                  <a:path extrusionOk="0" fill="none" h="9256" w="8422">
                    <a:moveTo>
                      <a:pt x="8422" y="9256"/>
                    </a:moveTo>
                    <a:cubicBezTo>
                      <a:pt x="6701" y="8516"/>
                      <a:pt x="1185" y="2242"/>
                      <a:pt x="1" y="1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8"/>
              <p:cNvSpPr/>
              <p:nvPr/>
            </p:nvSpPr>
            <p:spPr>
              <a:xfrm flipH="1">
                <a:off x="6766535" y="3597558"/>
                <a:ext cx="547453" cy="347806"/>
              </a:xfrm>
              <a:custGeom>
                <a:rect b="b" l="l" r="r" t="t"/>
                <a:pathLst>
                  <a:path extrusionOk="0" fill="none" h="5465" w="8602">
                    <a:moveTo>
                      <a:pt x="0" y="1"/>
                    </a:moveTo>
                    <a:lnTo>
                      <a:pt x="3403" y="5465"/>
                    </a:lnTo>
                    <a:lnTo>
                      <a:pt x="8601" y="4290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28"/>
              <p:cNvSpPr/>
              <p:nvPr/>
            </p:nvSpPr>
            <p:spPr>
              <a:xfrm flipH="1">
                <a:off x="6938433" y="3496239"/>
                <a:ext cx="205502" cy="292628"/>
              </a:xfrm>
              <a:custGeom>
                <a:rect b="b" l="l" r="r" t="t"/>
                <a:pathLst>
                  <a:path extrusionOk="0" fill="none" h="4598" w="3229">
                    <a:moveTo>
                      <a:pt x="1" y="1"/>
                    </a:moveTo>
                    <a:lnTo>
                      <a:pt x="3228" y="4597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28"/>
              <p:cNvSpPr/>
              <p:nvPr/>
            </p:nvSpPr>
            <p:spPr>
              <a:xfrm flipH="1">
                <a:off x="6505664" y="3843091"/>
                <a:ext cx="139695" cy="343860"/>
              </a:xfrm>
              <a:custGeom>
                <a:rect b="b" l="l" r="r" t="t"/>
                <a:pathLst>
                  <a:path extrusionOk="0" fill="none" h="5403" w="2195">
                    <a:moveTo>
                      <a:pt x="0" y="0"/>
                    </a:moveTo>
                    <a:lnTo>
                      <a:pt x="2194" y="5403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09" name="Google Shape;609;p28"/>
          <p:cNvGrpSpPr/>
          <p:nvPr/>
        </p:nvGrpSpPr>
        <p:grpSpPr>
          <a:xfrm rot="-5400000">
            <a:off x="838464" y="4243142"/>
            <a:ext cx="315666" cy="279859"/>
            <a:chOff x="668189" y="4388392"/>
            <a:chExt cx="315666" cy="279859"/>
          </a:xfrm>
        </p:grpSpPr>
        <p:sp>
          <p:nvSpPr>
            <p:cNvPr id="610" name="Google Shape;610;p28"/>
            <p:cNvSpPr/>
            <p:nvPr/>
          </p:nvSpPr>
          <p:spPr>
            <a:xfrm flipH="1">
              <a:off x="864810" y="4388392"/>
              <a:ext cx="119045" cy="119346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8"/>
            <p:cNvSpPr/>
            <p:nvPr/>
          </p:nvSpPr>
          <p:spPr>
            <a:xfrm flipH="1">
              <a:off x="668189" y="4402925"/>
              <a:ext cx="90072" cy="90300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8"/>
            <p:cNvSpPr/>
            <p:nvPr/>
          </p:nvSpPr>
          <p:spPr>
            <a:xfrm flipH="1">
              <a:off x="713225" y="4548900"/>
              <a:ext cx="119050" cy="119351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13" name="Google Shape;613;p28"/>
          <p:cNvCxnSpPr/>
          <p:nvPr/>
        </p:nvCxnSpPr>
        <p:spPr>
          <a:xfrm>
            <a:off x="796325" y="2977073"/>
            <a:ext cx="402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9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9"/>
          <p:cNvSpPr txBox="1"/>
          <p:nvPr/>
        </p:nvSpPr>
        <p:spPr>
          <a:xfrm>
            <a:off x="720000" y="1502775"/>
            <a:ext cx="7704000" cy="1528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Développement de l’apprentissage en ligne</a:t>
            </a:r>
            <a:endParaRPr sz="32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342900" rtl="0" algn="ctr">
              <a:spcBef>
                <a:spcPts val="360"/>
              </a:spcBef>
              <a:spcAft>
                <a:spcPts val="0"/>
              </a:spcAft>
              <a:buSzPts val="1800"/>
              <a:buFont typeface="Merriweather"/>
              <a:buChar char="•"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Besoin de plateformes simples et efficaces</a:t>
            </a:r>
            <a:endParaRPr sz="32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342900" rtl="0" algn="ctr">
              <a:spcBef>
                <a:spcPts val="360"/>
              </a:spcBef>
              <a:spcAft>
                <a:spcPts val="0"/>
              </a:spcAft>
              <a:buSzPts val="1800"/>
              <a:buFont typeface="Merriweather"/>
              <a:buChar char="•"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Suivi et évaluation des apprenants</a:t>
            </a:r>
            <a:endParaRPr sz="32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0"/>
          <p:cNvSpPr txBox="1"/>
          <p:nvPr>
            <p:ph idx="15"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Objectifs du projet</a:t>
            </a:r>
            <a:endParaRPr b="0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0"/>
          <p:cNvSpPr txBox="1"/>
          <p:nvPr>
            <p:ph idx="3" type="subTitle"/>
          </p:nvPr>
        </p:nvSpPr>
        <p:spPr>
          <a:xfrm>
            <a:off x="5318125" y="3539025"/>
            <a:ext cx="30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626" name="Google Shape;626;p30"/>
          <p:cNvSpPr txBox="1"/>
          <p:nvPr>
            <p:ph idx="1" type="subTitle"/>
          </p:nvPr>
        </p:nvSpPr>
        <p:spPr>
          <a:xfrm>
            <a:off x="1464176" y="2110400"/>
            <a:ext cx="30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0"/>
          <p:cNvSpPr txBox="1"/>
          <p:nvPr>
            <p:ph idx="2" type="subTitle"/>
          </p:nvPr>
        </p:nvSpPr>
        <p:spPr>
          <a:xfrm>
            <a:off x="1464176" y="3539075"/>
            <a:ext cx="30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0"/>
          <p:cNvSpPr txBox="1"/>
          <p:nvPr>
            <p:ph idx="4" type="subTitle"/>
          </p:nvPr>
        </p:nvSpPr>
        <p:spPr>
          <a:xfrm>
            <a:off x="5318125" y="2110400"/>
            <a:ext cx="30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0"/>
          <p:cNvSpPr txBox="1"/>
          <p:nvPr>
            <p:ph type="title"/>
          </p:nvPr>
        </p:nvSpPr>
        <p:spPr>
          <a:xfrm>
            <a:off x="706075" y="1662800"/>
            <a:ext cx="758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0" name="Google Shape;630;p30"/>
          <p:cNvSpPr txBox="1"/>
          <p:nvPr>
            <p:ph idx="5" type="title"/>
          </p:nvPr>
        </p:nvSpPr>
        <p:spPr>
          <a:xfrm>
            <a:off x="4560776" y="3086900"/>
            <a:ext cx="758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31" name="Google Shape;631;p30"/>
          <p:cNvSpPr txBox="1"/>
          <p:nvPr>
            <p:ph idx="6" type="title"/>
          </p:nvPr>
        </p:nvSpPr>
        <p:spPr>
          <a:xfrm>
            <a:off x="706075" y="3086901"/>
            <a:ext cx="758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32" name="Google Shape;632;p30"/>
          <p:cNvSpPr txBox="1"/>
          <p:nvPr>
            <p:ph idx="7" type="title"/>
          </p:nvPr>
        </p:nvSpPr>
        <p:spPr>
          <a:xfrm>
            <a:off x="4560775" y="1662800"/>
            <a:ext cx="758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33" name="Google Shape;633;p30"/>
          <p:cNvSpPr txBox="1"/>
          <p:nvPr>
            <p:ph idx="8" type="subTitle"/>
          </p:nvPr>
        </p:nvSpPr>
        <p:spPr>
          <a:xfrm>
            <a:off x="1464175" y="1662800"/>
            <a:ext cx="3006300" cy="8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000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Créer une plateforme e-learning complète</a:t>
            </a:r>
            <a:endParaRPr b="0" sz="3200">
              <a:solidFill>
                <a:srgbClr val="000000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0"/>
          <p:cNvSpPr txBox="1"/>
          <p:nvPr>
            <p:ph idx="9" type="subTitle"/>
          </p:nvPr>
        </p:nvSpPr>
        <p:spPr>
          <a:xfrm>
            <a:off x="1464175" y="3086923"/>
            <a:ext cx="3006300" cy="102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000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Apprentissage par des cours</a:t>
            </a:r>
            <a:endParaRPr b="0" sz="3200">
              <a:solidFill>
                <a:srgbClr val="000000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0"/>
          <p:cNvSpPr txBox="1"/>
          <p:nvPr>
            <p:ph idx="13" type="subTitle"/>
          </p:nvPr>
        </p:nvSpPr>
        <p:spPr>
          <a:xfrm>
            <a:off x="5318225" y="3086900"/>
            <a:ext cx="3006300" cy="102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000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Certification automatique</a:t>
            </a:r>
            <a:endParaRPr b="0" sz="3200">
              <a:solidFill>
                <a:srgbClr val="000000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0"/>
          <p:cNvSpPr txBox="1"/>
          <p:nvPr>
            <p:ph idx="14" type="subTitle"/>
          </p:nvPr>
        </p:nvSpPr>
        <p:spPr>
          <a:xfrm>
            <a:off x="5318225" y="1662800"/>
            <a:ext cx="3006300" cy="102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000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Évaluation par des quiz</a:t>
            </a:r>
            <a:endParaRPr b="0" sz="3200">
              <a:solidFill>
                <a:srgbClr val="000000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1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Fonctionnalités principales</a:t>
            </a:r>
            <a:endParaRPr b="0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1"/>
          <p:cNvSpPr txBox="1"/>
          <p:nvPr>
            <p:ph idx="1" type="subTitle"/>
          </p:nvPr>
        </p:nvSpPr>
        <p:spPr>
          <a:xfrm>
            <a:off x="2254506" y="2009472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1"/>
          <p:cNvSpPr txBox="1"/>
          <p:nvPr>
            <p:ph idx="2" type="subTitle"/>
          </p:nvPr>
        </p:nvSpPr>
        <p:spPr>
          <a:xfrm>
            <a:off x="5485010" y="2009472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1"/>
          <p:cNvSpPr txBox="1"/>
          <p:nvPr>
            <p:ph idx="3" type="subTitle"/>
          </p:nvPr>
        </p:nvSpPr>
        <p:spPr>
          <a:xfrm>
            <a:off x="2254506" y="3442872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1"/>
          <p:cNvSpPr txBox="1"/>
          <p:nvPr>
            <p:ph idx="4" type="subTitle"/>
          </p:nvPr>
        </p:nvSpPr>
        <p:spPr>
          <a:xfrm>
            <a:off x="5485010" y="3442872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1"/>
          <p:cNvSpPr txBox="1"/>
          <p:nvPr>
            <p:ph idx="5" type="subTitle"/>
          </p:nvPr>
        </p:nvSpPr>
        <p:spPr>
          <a:xfrm>
            <a:off x="2254500" y="1585875"/>
            <a:ext cx="1978200" cy="42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Gestion des cours</a:t>
            </a:r>
            <a:endParaRPr/>
          </a:p>
        </p:txBody>
      </p:sp>
      <p:sp>
        <p:nvSpPr>
          <p:cNvPr id="647" name="Google Shape;647;p31"/>
          <p:cNvSpPr txBox="1"/>
          <p:nvPr>
            <p:ph idx="6" type="subTitle"/>
          </p:nvPr>
        </p:nvSpPr>
        <p:spPr>
          <a:xfrm>
            <a:off x="5485000" y="1585875"/>
            <a:ext cx="1978200" cy="10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Certificat PDF automatique</a:t>
            </a:r>
            <a:endParaRPr b="0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1"/>
          <p:cNvSpPr txBox="1"/>
          <p:nvPr>
            <p:ph idx="7" type="subTitle"/>
          </p:nvPr>
        </p:nvSpPr>
        <p:spPr>
          <a:xfrm>
            <a:off x="2254500" y="3099500"/>
            <a:ext cx="1978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Quiz interactifs</a:t>
            </a:r>
            <a:endParaRPr b="0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1"/>
          <p:cNvSpPr txBox="1"/>
          <p:nvPr>
            <p:ph idx="8" type="subTitle"/>
          </p:nvPr>
        </p:nvSpPr>
        <p:spPr>
          <a:xfrm>
            <a:off x="5485000" y="3099500"/>
            <a:ext cx="1978200" cy="10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Authentification sécurisée</a:t>
            </a:r>
            <a:endParaRPr b="0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0" name="Google Shape;650;p31"/>
          <p:cNvGrpSpPr/>
          <p:nvPr/>
        </p:nvGrpSpPr>
        <p:grpSpPr>
          <a:xfrm>
            <a:off x="1685215" y="1585875"/>
            <a:ext cx="419100" cy="423600"/>
            <a:chOff x="1544775" y="3379125"/>
            <a:chExt cx="419100" cy="423600"/>
          </a:xfrm>
        </p:grpSpPr>
        <p:sp>
          <p:nvSpPr>
            <p:cNvPr id="651" name="Google Shape;651;p31"/>
            <p:cNvSpPr/>
            <p:nvPr/>
          </p:nvSpPr>
          <p:spPr>
            <a:xfrm>
              <a:off x="1639200" y="3385350"/>
              <a:ext cx="318500" cy="358550"/>
            </a:xfrm>
            <a:custGeom>
              <a:rect b="b" l="l" r="r" t="t"/>
              <a:pathLst>
                <a:path extrusionOk="0" h="14342" w="12740">
                  <a:moveTo>
                    <a:pt x="688" y="1"/>
                  </a:moveTo>
                  <a:cubicBezTo>
                    <a:pt x="307" y="1"/>
                    <a:pt x="0" y="308"/>
                    <a:pt x="0" y="689"/>
                  </a:cubicBezTo>
                  <a:lnTo>
                    <a:pt x="0" y="14342"/>
                  </a:lnTo>
                  <a:lnTo>
                    <a:pt x="12740" y="14342"/>
                  </a:lnTo>
                  <a:lnTo>
                    <a:pt x="12740" y="689"/>
                  </a:lnTo>
                  <a:cubicBezTo>
                    <a:pt x="12740" y="308"/>
                    <a:pt x="12430" y="1"/>
                    <a:pt x="120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1"/>
            <p:cNvSpPr/>
            <p:nvPr/>
          </p:nvSpPr>
          <p:spPr>
            <a:xfrm>
              <a:off x="1900325" y="3385350"/>
              <a:ext cx="57375" cy="358550"/>
            </a:xfrm>
            <a:custGeom>
              <a:rect b="b" l="l" r="r" t="t"/>
              <a:pathLst>
                <a:path extrusionOk="0" h="14342" w="2295">
                  <a:moveTo>
                    <a:pt x="0" y="1"/>
                  </a:moveTo>
                  <a:cubicBezTo>
                    <a:pt x="381" y="1"/>
                    <a:pt x="688" y="308"/>
                    <a:pt x="688" y="689"/>
                  </a:cubicBezTo>
                  <a:lnTo>
                    <a:pt x="688" y="14342"/>
                  </a:lnTo>
                  <a:lnTo>
                    <a:pt x="2295" y="14342"/>
                  </a:lnTo>
                  <a:lnTo>
                    <a:pt x="2295" y="689"/>
                  </a:lnTo>
                  <a:cubicBezTo>
                    <a:pt x="2295" y="308"/>
                    <a:pt x="1985" y="1"/>
                    <a:pt x="16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1"/>
            <p:cNvSpPr/>
            <p:nvPr/>
          </p:nvSpPr>
          <p:spPr>
            <a:xfrm>
              <a:off x="1639200" y="3743875"/>
              <a:ext cx="318500" cy="52575"/>
            </a:xfrm>
            <a:custGeom>
              <a:rect b="b" l="l" r="r" t="t"/>
              <a:pathLst>
                <a:path extrusionOk="0" h="2103" w="12740">
                  <a:moveTo>
                    <a:pt x="0" y="1"/>
                  </a:moveTo>
                  <a:lnTo>
                    <a:pt x="0" y="1414"/>
                  </a:lnTo>
                  <a:cubicBezTo>
                    <a:pt x="0" y="1795"/>
                    <a:pt x="307" y="2102"/>
                    <a:pt x="688" y="2102"/>
                  </a:cubicBezTo>
                  <a:lnTo>
                    <a:pt x="12052" y="2102"/>
                  </a:lnTo>
                  <a:cubicBezTo>
                    <a:pt x="12430" y="2102"/>
                    <a:pt x="12740" y="1795"/>
                    <a:pt x="12740" y="1414"/>
                  </a:cubicBezTo>
                  <a:lnTo>
                    <a:pt x="127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1"/>
            <p:cNvSpPr/>
            <p:nvPr/>
          </p:nvSpPr>
          <p:spPr>
            <a:xfrm>
              <a:off x="1900325" y="3743875"/>
              <a:ext cx="57375" cy="52575"/>
            </a:xfrm>
            <a:custGeom>
              <a:rect b="b" l="l" r="r" t="t"/>
              <a:pathLst>
                <a:path extrusionOk="0" h="2103" w="2295">
                  <a:moveTo>
                    <a:pt x="688" y="1"/>
                  </a:moveTo>
                  <a:lnTo>
                    <a:pt x="688" y="1414"/>
                  </a:lnTo>
                  <a:cubicBezTo>
                    <a:pt x="688" y="1795"/>
                    <a:pt x="381" y="2102"/>
                    <a:pt x="0" y="2102"/>
                  </a:cubicBezTo>
                  <a:lnTo>
                    <a:pt x="1607" y="2102"/>
                  </a:lnTo>
                  <a:cubicBezTo>
                    <a:pt x="1985" y="2102"/>
                    <a:pt x="2295" y="1795"/>
                    <a:pt x="2295" y="1414"/>
                  </a:cubicBezTo>
                  <a:lnTo>
                    <a:pt x="22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1"/>
            <p:cNvSpPr/>
            <p:nvPr/>
          </p:nvSpPr>
          <p:spPr>
            <a:xfrm>
              <a:off x="1549800" y="3491850"/>
              <a:ext cx="127150" cy="194350"/>
            </a:xfrm>
            <a:custGeom>
              <a:rect b="b" l="l" r="r" t="t"/>
              <a:pathLst>
                <a:path extrusionOk="0" h="7774" w="5086">
                  <a:moveTo>
                    <a:pt x="1017" y="0"/>
                  </a:moveTo>
                  <a:cubicBezTo>
                    <a:pt x="940" y="0"/>
                    <a:pt x="862" y="19"/>
                    <a:pt x="789" y="58"/>
                  </a:cubicBezTo>
                  <a:lnTo>
                    <a:pt x="323" y="307"/>
                  </a:lnTo>
                  <a:cubicBezTo>
                    <a:pt x="88" y="431"/>
                    <a:pt x="0" y="725"/>
                    <a:pt x="125" y="960"/>
                  </a:cubicBezTo>
                  <a:lnTo>
                    <a:pt x="3762" y="7774"/>
                  </a:lnTo>
                  <a:lnTo>
                    <a:pt x="5085" y="7070"/>
                  </a:lnTo>
                  <a:lnTo>
                    <a:pt x="1445" y="256"/>
                  </a:lnTo>
                  <a:cubicBezTo>
                    <a:pt x="1358" y="93"/>
                    <a:pt x="1190" y="0"/>
                    <a:pt x="10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1"/>
            <p:cNvSpPr/>
            <p:nvPr/>
          </p:nvSpPr>
          <p:spPr>
            <a:xfrm>
              <a:off x="1643825" y="3668575"/>
              <a:ext cx="38150" cy="42000"/>
            </a:xfrm>
            <a:custGeom>
              <a:rect b="b" l="l" r="r" t="t"/>
              <a:pathLst>
                <a:path extrusionOk="0" h="1680" w="1526">
                  <a:moveTo>
                    <a:pt x="1324" y="1"/>
                  </a:moveTo>
                  <a:lnTo>
                    <a:pt x="1" y="705"/>
                  </a:lnTo>
                  <a:lnTo>
                    <a:pt x="1028" y="1607"/>
                  </a:lnTo>
                  <a:cubicBezTo>
                    <a:pt x="1084" y="1657"/>
                    <a:pt x="1151" y="1680"/>
                    <a:pt x="1215" y="1680"/>
                  </a:cubicBezTo>
                  <a:cubicBezTo>
                    <a:pt x="1375" y="1680"/>
                    <a:pt x="1526" y="1542"/>
                    <a:pt x="1501" y="1353"/>
                  </a:cubicBezTo>
                  <a:lnTo>
                    <a:pt x="13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1"/>
            <p:cNvSpPr/>
            <p:nvPr/>
          </p:nvSpPr>
          <p:spPr>
            <a:xfrm>
              <a:off x="1660625" y="3668650"/>
              <a:ext cx="21425" cy="42025"/>
            </a:xfrm>
            <a:custGeom>
              <a:rect b="b" l="l" r="r" t="t"/>
              <a:pathLst>
                <a:path extrusionOk="0" h="1681" w="857">
                  <a:moveTo>
                    <a:pt x="652" y="0"/>
                  </a:moveTo>
                  <a:lnTo>
                    <a:pt x="1" y="347"/>
                  </a:lnTo>
                  <a:lnTo>
                    <a:pt x="173" y="1445"/>
                  </a:lnTo>
                  <a:lnTo>
                    <a:pt x="358" y="1607"/>
                  </a:lnTo>
                  <a:cubicBezTo>
                    <a:pt x="415" y="1658"/>
                    <a:pt x="481" y="1680"/>
                    <a:pt x="546" y="1680"/>
                  </a:cubicBezTo>
                  <a:cubicBezTo>
                    <a:pt x="706" y="1680"/>
                    <a:pt x="857" y="1541"/>
                    <a:pt x="832" y="1353"/>
                  </a:cubicBezTo>
                  <a:lnTo>
                    <a:pt x="6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1"/>
            <p:cNvSpPr/>
            <p:nvPr/>
          </p:nvSpPr>
          <p:spPr>
            <a:xfrm>
              <a:off x="1559725" y="3491925"/>
              <a:ext cx="117225" cy="185400"/>
            </a:xfrm>
            <a:custGeom>
              <a:rect b="b" l="l" r="r" t="t"/>
              <a:pathLst>
                <a:path extrusionOk="0" h="7416" w="4689">
                  <a:moveTo>
                    <a:pt x="625" y="1"/>
                  </a:moveTo>
                  <a:cubicBezTo>
                    <a:pt x="548" y="1"/>
                    <a:pt x="470" y="19"/>
                    <a:pt x="397" y="58"/>
                  </a:cubicBezTo>
                  <a:lnTo>
                    <a:pt x="0" y="269"/>
                  </a:lnTo>
                  <a:cubicBezTo>
                    <a:pt x="172" y="269"/>
                    <a:pt x="334" y="362"/>
                    <a:pt x="421" y="521"/>
                  </a:cubicBezTo>
                  <a:lnTo>
                    <a:pt x="4037" y="7416"/>
                  </a:lnTo>
                  <a:lnTo>
                    <a:pt x="4688" y="7069"/>
                  </a:lnTo>
                  <a:lnTo>
                    <a:pt x="1051" y="256"/>
                  </a:lnTo>
                  <a:cubicBezTo>
                    <a:pt x="965" y="93"/>
                    <a:pt x="798" y="1"/>
                    <a:pt x="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1"/>
            <p:cNvSpPr/>
            <p:nvPr/>
          </p:nvSpPr>
          <p:spPr>
            <a:xfrm>
              <a:off x="1706025" y="3551925"/>
              <a:ext cx="38075" cy="38075"/>
            </a:xfrm>
            <a:custGeom>
              <a:rect b="b" l="l" r="r" t="t"/>
              <a:pathLst>
                <a:path extrusionOk="0" h="1523" w="1523">
                  <a:moveTo>
                    <a:pt x="268" y="0"/>
                  </a:moveTo>
                  <a:cubicBezTo>
                    <a:pt x="120" y="0"/>
                    <a:pt x="1" y="122"/>
                    <a:pt x="1" y="267"/>
                  </a:cubicBezTo>
                  <a:lnTo>
                    <a:pt x="1" y="1255"/>
                  </a:lnTo>
                  <a:cubicBezTo>
                    <a:pt x="1" y="1403"/>
                    <a:pt x="122" y="1522"/>
                    <a:pt x="268" y="1522"/>
                  </a:cubicBezTo>
                  <a:lnTo>
                    <a:pt x="1255" y="1522"/>
                  </a:lnTo>
                  <a:cubicBezTo>
                    <a:pt x="1401" y="1522"/>
                    <a:pt x="1520" y="1403"/>
                    <a:pt x="1523" y="1255"/>
                  </a:cubicBezTo>
                  <a:lnTo>
                    <a:pt x="1523" y="267"/>
                  </a:lnTo>
                  <a:cubicBezTo>
                    <a:pt x="1523" y="119"/>
                    <a:pt x="1401" y="0"/>
                    <a:pt x="1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1"/>
            <p:cNvSpPr/>
            <p:nvPr/>
          </p:nvSpPr>
          <p:spPr>
            <a:xfrm>
              <a:off x="1706025" y="3612200"/>
              <a:ext cx="38075" cy="38075"/>
            </a:xfrm>
            <a:custGeom>
              <a:rect b="b" l="l" r="r" t="t"/>
              <a:pathLst>
                <a:path extrusionOk="0" h="1523" w="1523">
                  <a:moveTo>
                    <a:pt x="268" y="0"/>
                  </a:moveTo>
                  <a:cubicBezTo>
                    <a:pt x="120" y="0"/>
                    <a:pt x="1" y="125"/>
                    <a:pt x="1" y="270"/>
                  </a:cubicBezTo>
                  <a:lnTo>
                    <a:pt x="1" y="1255"/>
                  </a:lnTo>
                  <a:cubicBezTo>
                    <a:pt x="1" y="1403"/>
                    <a:pt x="122" y="1522"/>
                    <a:pt x="268" y="1522"/>
                  </a:cubicBezTo>
                  <a:lnTo>
                    <a:pt x="1255" y="1522"/>
                  </a:lnTo>
                  <a:cubicBezTo>
                    <a:pt x="1401" y="1522"/>
                    <a:pt x="1520" y="1403"/>
                    <a:pt x="1523" y="1255"/>
                  </a:cubicBezTo>
                  <a:lnTo>
                    <a:pt x="1523" y="270"/>
                  </a:lnTo>
                  <a:cubicBezTo>
                    <a:pt x="1523" y="120"/>
                    <a:pt x="1401" y="0"/>
                    <a:pt x="1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1"/>
            <p:cNvSpPr/>
            <p:nvPr/>
          </p:nvSpPr>
          <p:spPr>
            <a:xfrm>
              <a:off x="1706025" y="3672625"/>
              <a:ext cx="38075" cy="38075"/>
            </a:xfrm>
            <a:custGeom>
              <a:rect b="b" l="l" r="r" t="t"/>
              <a:pathLst>
                <a:path extrusionOk="0" h="1523" w="1523">
                  <a:moveTo>
                    <a:pt x="268" y="0"/>
                  </a:moveTo>
                  <a:cubicBezTo>
                    <a:pt x="120" y="0"/>
                    <a:pt x="1" y="122"/>
                    <a:pt x="1" y="267"/>
                  </a:cubicBezTo>
                  <a:lnTo>
                    <a:pt x="1" y="1255"/>
                  </a:lnTo>
                  <a:cubicBezTo>
                    <a:pt x="1" y="1403"/>
                    <a:pt x="122" y="1522"/>
                    <a:pt x="268" y="1522"/>
                  </a:cubicBezTo>
                  <a:lnTo>
                    <a:pt x="1255" y="1522"/>
                  </a:lnTo>
                  <a:cubicBezTo>
                    <a:pt x="1401" y="1522"/>
                    <a:pt x="1520" y="1403"/>
                    <a:pt x="1523" y="1255"/>
                  </a:cubicBezTo>
                  <a:lnTo>
                    <a:pt x="1523" y="267"/>
                  </a:lnTo>
                  <a:cubicBezTo>
                    <a:pt x="1523" y="119"/>
                    <a:pt x="1401" y="0"/>
                    <a:pt x="1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1"/>
            <p:cNvSpPr/>
            <p:nvPr/>
          </p:nvSpPr>
          <p:spPr>
            <a:xfrm>
              <a:off x="1779075" y="3482700"/>
              <a:ext cx="38675" cy="38075"/>
            </a:xfrm>
            <a:custGeom>
              <a:rect b="b" l="l" r="r" t="t"/>
              <a:pathLst>
                <a:path extrusionOk="0" h="1523" w="1547">
                  <a:moveTo>
                    <a:pt x="1" y="0"/>
                  </a:moveTo>
                  <a:lnTo>
                    <a:pt x="1" y="1022"/>
                  </a:lnTo>
                  <a:cubicBezTo>
                    <a:pt x="1" y="1300"/>
                    <a:pt x="226" y="1522"/>
                    <a:pt x="501" y="1522"/>
                  </a:cubicBezTo>
                  <a:lnTo>
                    <a:pt x="1046" y="1522"/>
                  </a:lnTo>
                  <a:cubicBezTo>
                    <a:pt x="1324" y="1522"/>
                    <a:pt x="1547" y="1297"/>
                    <a:pt x="1547" y="1022"/>
                  </a:cubicBezTo>
                  <a:lnTo>
                    <a:pt x="15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1"/>
            <p:cNvSpPr/>
            <p:nvPr/>
          </p:nvSpPr>
          <p:spPr>
            <a:xfrm>
              <a:off x="1762400" y="3416400"/>
              <a:ext cx="72025" cy="72000"/>
            </a:xfrm>
            <a:custGeom>
              <a:rect b="b" l="l" r="r" t="t"/>
              <a:pathLst>
                <a:path extrusionOk="0" h="2880" w="2881">
                  <a:moveTo>
                    <a:pt x="1441" y="0"/>
                  </a:moveTo>
                  <a:cubicBezTo>
                    <a:pt x="647" y="0"/>
                    <a:pt x="1" y="646"/>
                    <a:pt x="1" y="1440"/>
                  </a:cubicBezTo>
                  <a:cubicBezTo>
                    <a:pt x="1" y="2237"/>
                    <a:pt x="647" y="2880"/>
                    <a:pt x="1441" y="2880"/>
                  </a:cubicBezTo>
                  <a:cubicBezTo>
                    <a:pt x="2238" y="2880"/>
                    <a:pt x="2881" y="2237"/>
                    <a:pt x="2881" y="1440"/>
                  </a:cubicBezTo>
                  <a:cubicBezTo>
                    <a:pt x="2881" y="646"/>
                    <a:pt x="2238" y="0"/>
                    <a:pt x="14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1"/>
            <p:cNvSpPr/>
            <p:nvPr/>
          </p:nvSpPr>
          <p:spPr>
            <a:xfrm>
              <a:off x="1544775" y="3379125"/>
              <a:ext cx="419100" cy="423600"/>
            </a:xfrm>
            <a:custGeom>
              <a:rect b="b" l="l" r="r" t="t"/>
              <a:pathLst>
                <a:path extrusionOk="0" h="16944" w="16764">
                  <a:moveTo>
                    <a:pt x="1212" y="4759"/>
                  </a:moveTo>
                  <a:cubicBezTo>
                    <a:pt x="1285" y="4759"/>
                    <a:pt x="1375" y="4790"/>
                    <a:pt x="1429" y="4882"/>
                  </a:cubicBezTo>
                  <a:lnTo>
                    <a:pt x="4950" y="11475"/>
                  </a:lnTo>
                  <a:lnTo>
                    <a:pt x="4066" y="11949"/>
                  </a:lnTo>
                  <a:lnTo>
                    <a:pt x="545" y="5353"/>
                  </a:lnTo>
                  <a:cubicBezTo>
                    <a:pt x="519" y="5297"/>
                    <a:pt x="511" y="5234"/>
                    <a:pt x="529" y="5176"/>
                  </a:cubicBezTo>
                  <a:cubicBezTo>
                    <a:pt x="548" y="5115"/>
                    <a:pt x="588" y="5065"/>
                    <a:pt x="643" y="5035"/>
                  </a:cubicBezTo>
                  <a:lnTo>
                    <a:pt x="1112" y="4784"/>
                  </a:lnTo>
                  <a:cubicBezTo>
                    <a:pt x="1134" y="4769"/>
                    <a:pt x="1170" y="4759"/>
                    <a:pt x="1212" y="4759"/>
                  </a:cubicBezTo>
                  <a:close/>
                  <a:moveTo>
                    <a:pt x="5087" y="11968"/>
                  </a:moveTo>
                  <a:lnTo>
                    <a:pt x="5220" y="12968"/>
                  </a:lnTo>
                  <a:cubicBezTo>
                    <a:pt x="5220" y="12974"/>
                    <a:pt x="5222" y="12995"/>
                    <a:pt x="5201" y="13008"/>
                  </a:cubicBezTo>
                  <a:cubicBezTo>
                    <a:pt x="5194" y="13012"/>
                    <a:pt x="5187" y="13014"/>
                    <a:pt x="5182" y="13014"/>
                  </a:cubicBezTo>
                  <a:cubicBezTo>
                    <a:pt x="5169" y="13014"/>
                    <a:pt x="5159" y="13005"/>
                    <a:pt x="5154" y="13000"/>
                  </a:cubicBezTo>
                  <a:lnTo>
                    <a:pt x="4397" y="12336"/>
                  </a:lnTo>
                  <a:lnTo>
                    <a:pt x="5087" y="11968"/>
                  </a:lnTo>
                  <a:close/>
                  <a:moveTo>
                    <a:pt x="4465" y="1"/>
                  </a:moveTo>
                  <a:cubicBezTo>
                    <a:pt x="3949" y="1"/>
                    <a:pt x="3528" y="422"/>
                    <a:pt x="3528" y="938"/>
                  </a:cubicBezTo>
                  <a:lnTo>
                    <a:pt x="3528" y="2108"/>
                  </a:lnTo>
                  <a:cubicBezTo>
                    <a:pt x="3528" y="2243"/>
                    <a:pt x="3642" y="2357"/>
                    <a:pt x="3777" y="2357"/>
                  </a:cubicBezTo>
                  <a:cubicBezTo>
                    <a:pt x="3912" y="2357"/>
                    <a:pt x="4026" y="2243"/>
                    <a:pt x="4026" y="2108"/>
                  </a:cubicBezTo>
                  <a:lnTo>
                    <a:pt x="4026" y="938"/>
                  </a:lnTo>
                  <a:cubicBezTo>
                    <a:pt x="4026" y="694"/>
                    <a:pt x="4225" y="496"/>
                    <a:pt x="4465" y="496"/>
                  </a:cubicBezTo>
                  <a:lnTo>
                    <a:pt x="15829" y="496"/>
                  </a:lnTo>
                  <a:cubicBezTo>
                    <a:pt x="16070" y="496"/>
                    <a:pt x="16268" y="694"/>
                    <a:pt x="16268" y="938"/>
                  </a:cubicBezTo>
                  <a:lnTo>
                    <a:pt x="16268" y="14345"/>
                  </a:lnTo>
                  <a:lnTo>
                    <a:pt x="15082" y="14345"/>
                  </a:lnTo>
                  <a:cubicBezTo>
                    <a:pt x="14947" y="14345"/>
                    <a:pt x="14836" y="14456"/>
                    <a:pt x="14836" y="14591"/>
                  </a:cubicBezTo>
                  <a:cubicBezTo>
                    <a:pt x="14836" y="14728"/>
                    <a:pt x="14947" y="14840"/>
                    <a:pt x="15082" y="14840"/>
                  </a:cubicBezTo>
                  <a:lnTo>
                    <a:pt x="16268" y="14840"/>
                  </a:lnTo>
                  <a:lnTo>
                    <a:pt x="16268" y="16004"/>
                  </a:lnTo>
                  <a:cubicBezTo>
                    <a:pt x="16268" y="16245"/>
                    <a:pt x="16070" y="16444"/>
                    <a:pt x="15829" y="16444"/>
                  </a:cubicBezTo>
                  <a:lnTo>
                    <a:pt x="4465" y="16444"/>
                  </a:lnTo>
                  <a:cubicBezTo>
                    <a:pt x="4225" y="16444"/>
                    <a:pt x="4026" y="16245"/>
                    <a:pt x="4026" y="16004"/>
                  </a:cubicBezTo>
                  <a:lnTo>
                    <a:pt x="4026" y="14840"/>
                  </a:lnTo>
                  <a:lnTo>
                    <a:pt x="13923" y="14840"/>
                  </a:lnTo>
                  <a:cubicBezTo>
                    <a:pt x="14058" y="14840"/>
                    <a:pt x="14169" y="14728"/>
                    <a:pt x="14169" y="14591"/>
                  </a:cubicBezTo>
                  <a:cubicBezTo>
                    <a:pt x="14169" y="14456"/>
                    <a:pt x="14058" y="14345"/>
                    <a:pt x="13923" y="14345"/>
                  </a:cubicBezTo>
                  <a:lnTo>
                    <a:pt x="4026" y="14345"/>
                  </a:lnTo>
                  <a:lnTo>
                    <a:pt x="4026" y="12669"/>
                  </a:lnTo>
                  <a:lnTo>
                    <a:pt x="4825" y="13373"/>
                  </a:lnTo>
                  <a:cubicBezTo>
                    <a:pt x="4917" y="13464"/>
                    <a:pt x="5035" y="13504"/>
                    <a:pt x="5156" y="13504"/>
                  </a:cubicBezTo>
                  <a:cubicBezTo>
                    <a:pt x="5453" y="13504"/>
                    <a:pt x="5763" y="13259"/>
                    <a:pt x="5712" y="12902"/>
                  </a:cubicBezTo>
                  <a:lnTo>
                    <a:pt x="5535" y="11547"/>
                  </a:lnTo>
                  <a:cubicBezTo>
                    <a:pt x="5527" y="11520"/>
                    <a:pt x="5532" y="11507"/>
                    <a:pt x="5508" y="11465"/>
                  </a:cubicBezTo>
                  <a:lnTo>
                    <a:pt x="4029" y="8693"/>
                  </a:lnTo>
                  <a:lnTo>
                    <a:pt x="4029" y="3270"/>
                  </a:lnTo>
                  <a:cubicBezTo>
                    <a:pt x="4029" y="3135"/>
                    <a:pt x="3918" y="3021"/>
                    <a:pt x="3780" y="3021"/>
                  </a:cubicBezTo>
                  <a:cubicBezTo>
                    <a:pt x="3645" y="3021"/>
                    <a:pt x="3534" y="3135"/>
                    <a:pt x="3534" y="3270"/>
                  </a:cubicBezTo>
                  <a:lnTo>
                    <a:pt x="3534" y="7762"/>
                  </a:lnTo>
                  <a:lnTo>
                    <a:pt x="1871" y="4652"/>
                  </a:lnTo>
                  <a:cubicBezTo>
                    <a:pt x="1779" y="4480"/>
                    <a:pt x="1628" y="4355"/>
                    <a:pt x="1437" y="4294"/>
                  </a:cubicBezTo>
                  <a:cubicBezTo>
                    <a:pt x="1368" y="4274"/>
                    <a:pt x="1297" y="4264"/>
                    <a:pt x="1226" y="4264"/>
                  </a:cubicBezTo>
                  <a:cubicBezTo>
                    <a:pt x="1107" y="4264"/>
                    <a:pt x="989" y="4292"/>
                    <a:pt x="879" y="4347"/>
                  </a:cubicBezTo>
                  <a:lnTo>
                    <a:pt x="413" y="4599"/>
                  </a:lnTo>
                  <a:cubicBezTo>
                    <a:pt x="241" y="4691"/>
                    <a:pt x="114" y="4845"/>
                    <a:pt x="56" y="5033"/>
                  </a:cubicBezTo>
                  <a:cubicBezTo>
                    <a:pt x="0" y="5221"/>
                    <a:pt x="19" y="5417"/>
                    <a:pt x="109" y="5591"/>
                  </a:cubicBezTo>
                  <a:lnTo>
                    <a:pt x="3528" y="11999"/>
                  </a:lnTo>
                  <a:lnTo>
                    <a:pt x="3528" y="16007"/>
                  </a:lnTo>
                  <a:cubicBezTo>
                    <a:pt x="3528" y="16523"/>
                    <a:pt x="3949" y="16944"/>
                    <a:pt x="4465" y="16944"/>
                  </a:cubicBezTo>
                  <a:lnTo>
                    <a:pt x="15829" y="16944"/>
                  </a:lnTo>
                  <a:cubicBezTo>
                    <a:pt x="16345" y="16944"/>
                    <a:pt x="16763" y="16523"/>
                    <a:pt x="16763" y="16007"/>
                  </a:cubicBezTo>
                  <a:lnTo>
                    <a:pt x="16763" y="941"/>
                  </a:lnTo>
                  <a:cubicBezTo>
                    <a:pt x="16763" y="422"/>
                    <a:pt x="16345" y="1"/>
                    <a:pt x="15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1"/>
            <p:cNvSpPr/>
            <p:nvPr/>
          </p:nvSpPr>
          <p:spPr>
            <a:xfrm>
              <a:off x="1781800" y="3762675"/>
              <a:ext cx="33300" cy="12475"/>
            </a:xfrm>
            <a:custGeom>
              <a:rect b="b" l="l" r="r" t="t"/>
              <a:pathLst>
                <a:path extrusionOk="0" h="499" w="1332">
                  <a:moveTo>
                    <a:pt x="249" y="1"/>
                  </a:moveTo>
                  <a:cubicBezTo>
                    <a:pt x="114" y="1"/>
                    <a:pt x="0" y="114"/>
                    <a:pt x="0" y="249"/>
                  </a:cubicBezTo>
                  <a:cubicBezTo>
                    <a:pt x="0" y="384"/>
                    <a:pt x="114" y="498"/>
                    <a:pt x="249" y="498"/>
                  </a:cubicBezTo>
                  <a:lnTo>
                    <a:pt x="1083" y="498"/>
                  </a:lnTo>
                  <a:cubicBezTo>
                    <a:pt x="1218" y="498"/>
                    <a:pt x="1332" y="384"/>
                    <a:pt x="1332" y="249"/>
                  </a:cubicBezTo>
                  <a:cubicBezTo>
                    <a:pt x="1332" y="114"/>
                    <a:pt x="1218" y="1"/>
                    <a:pt x="10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1"/>
            <p:cNvSpPr/>
            <p:nvPr/>
          </p:nvSpPr>
          <p:spPr>
            <a:xfrm>
              <a:off x="1699800" y="3545700"/>
              <a:ext cx="50525" cy="50500"/>
            </a:xfrm>
            <a:custGeom>
              <a:rect b="b" l="l" r="r" t="t"/>
              <a:pathLst>
                <a:path extrusionOk="0" h="2020" w="2021">
                  <a:moveTo>
                    <a:pt x="1504" y="501"/>
                  </a:moveTo>
                  <a:cubicBezTo>
                    <a:pt x="1515" y="501"/>
                    <a:pt x="1523" y="508"/>
                    <a:pt x="1523" y="522"/>
                  </a:cubicBezTo>
                  <a:lnTo>
                    <a:pt x="1523" y="1506"/>
                  </a:lnTo>
                  <a:cubicBezTo>
                    <a:pt x="1523" y="1517"/>
                    <a:pt x="1518" y="1528"/>
                    <a:pt x="1504" y="1528"/>
                  </a:cubicBezTo>
                  <a:lnTo>
                    <a:pt x="517" y="1528"/>
                  </a:lnTo>
                  <a:cubicBezTo>
                    <a:pt x="509" y="1528"/>
                    <a:pt x="498" y="1520"/>
                    <a:pt x="498" y="1506"/>
                  </a:cubicBezTo>
                  <a:lnTo>
                    <a:pt x="498" y="522"/>
                  </a:lnTo>
                  <a:cubicBezTo>
                    <a:pt x="498" y="511"/>
                    <a:pt x="504" y="501"/>
                    <a:pt x="517" y="501"/>
                  </a:cubicBezTo>
                  <a:close/>
                  <a:moveTo>
                    <a:pt x="517" y="0"/>
                  </a:moveTo>
                  <a:cubicBezTo>
                    <a:pt x="234" y="0"/>
                    <a:pt x="1" y="233"/>
                    <a:pt x="1" y="516"/>
                  </a:cubicBezTo>
                  <a:lnTo>
                    <a:pt x="1" y="1504"/>
                  </a:lnTo>
                  <a:cubicBezTo>
                    <a:pt x="1" y="1792"/>
                    <a:pt x="234" y="2020"/>
                    <a:pt x="517" y="2020"/>
                  </a:cubicBezTo>
                  <a:lnTo>
                    <a:pt x="1504" y="2020"/>
                  </a:lnTo>
                  <a:cubicBezTo>
                    <a:pt x="1788" y="2020"/>
                    <a:pt x="2020" y="1787"/>
                    <a:pt x="2020" y="1504"/>
                  </a:cubicBezTo>
                  <a:lnTo>
                    <a:pt x="2020" y="516"/>
                  </a:lnTo>
                  <a:cubicBezTo>
                    <a:pt x="2020" y="233"/>
                    <a:pt x="1788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1"/>
            <p:cNvSpPr/>
            <p:nvPr/>
          </p:nvSpPr>
          <p:spPr>
            <a:xfrm>
              <a:off x="1764650" y="3564825"/>
              <a:ext cx="132325" cy="12450"/>
            </a:xfrm>
            <a:custGeom>
              <a:rect b="b" l="l" r="r" t="t"/>
              <a:pathLst>
                <a:path extrusionOk="0" h="498" w="5293">
                  <a:moveTo>
                    <a:pt x="250" y="0"/>
                  </a:moveTo>
                  <a:cubicBezTo>
                    <a:pt x="115" y="0"/>
                    <a:pt x="1" y="114"/>
                    <a:pt x="1" y="249"/>
                  </a:cubicBezTo>
                  <a:cubicBezTo>
                    <a:pt x="1" y="384"/>
                    <a:pt x="115" y="498"/>
                    <a:pt x="250" y="498"/>
                  </a:cubicBezTo>
                  <a:lnTo>
                    <a:pt x="5043" y="498"/>
                  </a:lnTo>
                  <a:cubicBezTo>
                    <a:pt x="5181" y="498"/>
                    <a:pt x="5292" y="384"/>
                    <a:pt x="5292" y="249"/>
                  </a:cubicBezTo>
                  <a:cubicBezTo>
                    <a:pt x="5292" y="109"/>
                    <a:pt x="5184" y="0"/>
                    <a:pt x="5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1"/>
            <p:cNvSpPr/>
            <p:nvPr/>
          </p:nvSpPr>
          <p:spPr>
            <a:xfrm>
              <a:off x="1699800" y="3606100"/>
              <a:ext cx="50525" cy="50450"/>
            </a:xfrm>
            <a:custGeom>
              <a:rect b="b" l="l" r="r" t="t"/>
              <a:pathLst>
                <a:path extrusionOk="0" h="2018" w="2021">
                  <a:moveTo>
                    <a:pt x="1504" y="496"/>
                  </a:moveTo>
                  <a:cubicBezTo>
                    <a:pt x="1515" y="496"/>
                    <a:pt x="1523" y="504"/>
                    <a:pt x="1523" y="517"/>
                  </a:cubicBezTo>
                  <a:lnTo>
                    <a:pt x="1523" y="1502"/>
                  </a:lnTo>
                  <a:cubicBezTo>
                    <a:pt x="1523" y="1512"/>
                    <a:pt x="1518" y="1523"/>
                    <a:pt x="1504" y="1523"/>
                  </a:cubicBezTo>
                  <a:lnTo>
                    <a:pt x="517" y="1523"/>
                  </a:lnTo>
                  <a:cubicBezTo>
                    <a:pt x="509" y="1523"/>
                    <a:pt x="498" y="1515"/>
                    <a:pt x="498" y="1502"/>
                  </a:cubicBezTo>
                  <a:lnTo>
                    <a:pt x="498" y="517"/>
                  </a:lnTo>
                  <a:cubicBezTo>
                    <a:pt x="498" y="506"/>
                    <a:pt x="504" y="496"/>
                    <a:pt x="517" y="496"/>
                  </a:cubicBezTo>
                  <a:close/>
                  <a:moveTo>
                    <a:pt x="517" y="1"/>
                  </a:moveTo>
                  <a:cubicBezTo>
                    <a:pt x="234" y="1"/>
                    <a:pt x="1" y="231"/>
                    <a:pt x="1" y="517"/>
                  </a:cubicBezTo>
                  <a:lnTo>
                    <a:pt x="1" y="1502"/>
                  </a:lnTo>
                  <a:cubicBezTo>
                    <a:pt x="1" y="1788"/>
                    <a:pt x="234" y="2018"/>
                    <a:pt x="517" y="2018"/>
                  </a:cubicBezTo>
                  <a:lnTo>
                    <a:pt x="1504" y="2018"/>
                  </a:lnTo>
                  <a:cubicBezTo>
                    <a:pt x="1788" y="2018"/>
                    <a:pt x="2020" y="1788"/>
                    <a:pt x="2020" y="1502"/>
                  </a:cubicBezTo>
                  <a:lnTo>
                    <a:pt x="2020" y="517"/>
                  </a:lnTo>
                  <a:cubicBezTo>
                    <a:pt x="2020" y="231"/>
                    <a:pt x="1788" y="1"/>
                    <a:pt x="1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1"/>
            <p:cNvSpPr/>
            <p:nvPr/>
          </p:nvSpPr>
          <p:spPr>
            <a:xfrm>
              <a:off x="1764650" y="3625100"/>
              <a:ext cx="132325" cy="12475"/>
            </a:xfrm>
            <a:custGeom>
              <a:rect b="b" l="l" r="r" t="t"/>
              <a:pathLst>
                <a:path extrusionOk="0" h="499" w="5293">
                  <a:moveTo>
                    <a:pt x="250" y="1"/>
                  </a:moveTo>
                  <a:cubicBezTo>
                    <a:pt x="115" y="1"/>
                    <a:pt x="1" y="114"/>
                    <a:pt x="1" y="249"/>
                  </a:cubicBezTo>
                  <a:cubicBezTo>
                    <a:pt x="1" y="384"/>
                    <a:pt x="115" y="498"/>
                    <a:pt x="250" y="498"/>
                  </a:cubicBezTo>
                  <a:lnTo>
                    <a:pt x="5043" y="498"/>
                  </a:lnTo>
                  <a:cubicBezTo>
                    <a:pt x="5181" y="498"/>
                    <a:pt x="5292" y="384"/>
                    <a:pt x="5292" y="249"/>
                  </a:cubicBezTo>
                  <a:cubicBezTo>
                    <a:pt x="5292" y="114"/>
                    <a:pt x="5184" y="1"/>
                    <a:pt x="5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1"/>
            <p:cNvSpPr/>
            <p:nvPr/>
          </p:nvSpPr>
          <p:spPr>
            <a:xfrm>
              <a:off x="1699800" y="3666400"/>
              <a:ext cx="50525" cy="50500"/>
            </a:xfrm>
            <a:custGeom>
              <a:rect b="b" l="l" r="r" t="t"/>
              <a:pathLst>
                <a:path extrusionOk="0" h="2020" w="2021">
                  <a:moveTo>
                    <a:pt x="1504" y="498"/>
                  </a:moveTo>
                  <a:cubicBezTo>
                    <a:pt x="1515" y="498"/>
                    <a:pt x="1523" y="503"/>
                    <a:pt x="1523" y="516"/>
                  </a:cubicBezTo>
                  <a:lnTo>
                    <a:pt x="1523" y="1504"/>
                  </a:lnTo>
                  <a:cubicBezTo>
                    <a:pt x="1523" y="1512"/>
                    <a:pt x="1518" y="1522"/>
                    <a:pt x="1504" y="1522"/>
                  </a:cubicBezTo>
                  <a:lnTo>
                    <a:pt x="517" y="1522"/>
                  </a:lnTo>
                  <a:cubicBezTo>
                    <a:pt x="509" y="1522"/>
                    <a:pt x="498" y="1517"/>
                    <a:pt x="498" y="1504"/>
                  </a:cubicBezTo>
                  <a:lnTo>
                    <a:pt x="498" y="516"/>
                  </a:lnTo>
                  <a:cubicBezTo>
                    <a:pt x="498" y="506"/>
                    <a:pt x="504" y="498"/>
                    <a:pt x="517" y="498"/>
                  </a:cubicBezTo>
                  <a:close/>
                  <a:moveTo>
                    <a:pt x="517" y="0"/>
                  </a:moveTo>
                  <a:cubicBezTo>
                    <a:pt x="234" y="0"/>
                    <a:pt x="1" y="233"/>
                    <a:pt x="1" y="516"/>
                  </a:cubicBezTo>
                  <a:lnTo>
                    <a:pt x="1" y="1504"/>
                  </a:lnTo>
                  <a:cubicBezTo>
                    <a:pt x="1" y="1787"/>
                    <a:pt x="234" y="2020"/>
                    <a:pt x="517" y="2020"/>
                  </a:cubicBezTo>
                  <a:lnTo>
                    <a:pt x="1504" y="2020"/>
                  </a:lnTo>
                  <a:cubicBezTo>
                    <a:pt x="1788" y="2020"/>
                    <a:pt x="2020" y="1787"/>
                    <a:pt x="2020" y="1504"/>
                  </a:cubicBezTo>
                  <a:lnTo>
                    <a:pt x="2020" y="516"/>
                  </a:lnTo>
                  <a:cubicBezTo>
                    <a:pt x="2020" y="233"/>
                    <a:pt x="1788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1"/>
            <p:cNvSpPr/>
            <p:nvPr/>
          </p:nvSpPr>
          <p:spPr>
            <a:xfrm>
              <a:off x="1764650" y="3685450"/>
              <a:ext cx="132325" cy="12400"/>
            </a:xfrm>
            <a:custGeom>
              <a:rect b="b" l="l" r="r" t="t"/>
              <a:pathLst>
                <a:path extrusionOk="0" h="496" w="5293">
                  <a:moveTo>
                    <a:pt x="250" y="1"/>
                  </a:moveTo>
                  <a:cubicBezTo>
                    <a:pt x="115" y="1"/>
                    <a:pt x="1" y="112"/>
                    <a:pt x="1" y="247"/>
                  </a:cubicBezTo>
                  <a:cubicBezTo>
                    <a:pt x="1" y="384"/>
                    <a:pt x="115" y="496"/>
                    <a:pt x="250" y="496"/>
                  </a:cubicBezTo>
                  <a:lnTo>
                    <a:pt x="5043" y="496"/>
                  </a:lnTo>
                  <a:cubicBezTo>
                    <a:pt x="5181" y="496"/>
                    <a:pt x="5292" y="384"/>
                    <a:pt x="5292" y="247"/>
                  </a:cubicBezTo>
                  <a:cubicBezTo>
                    <a:pt x="5292" y="112"/>
                    <a:pt x="5184" y="1"/>
                    <a:pt x="5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1"/>
            <p:cNvSpPr/>
            <p:nvPr/>
          </p:nvSpPr>
          <p:spPr>
            <a:xfrm>
              <a:off x="1756250" y="3410300"/>
              <a:ext cx="84400" cy="116750"/>
            </a:xfrm>
            <a:custGeom>
              <a:rect b="b" l="l" r="r" t="t"/>
              <a:pathLst>
                <a:path extrusionOk="0" h="4670" w="3376">
                  <a:moveTo>
                    <a:pt x="1687" y="493"/>
                  </a:moveTo>
                  <a:cubicBezTo>
                    <a:pt x="2346" y="493"/>
                    <a:pt x="2878" y="1028"/>
                    <a:pt x="2878" y="1684"/>
                  </a:cubicBezTo>
                  <a:cubicBezTo>
                    <a:pt x="2878" y="2258"/>
                    <a:pt x="2473" y="2738"/>
                    <a:pt x="1936" y="2849"/>
                  </a:cubicBezTo>
                  <a:lnTo>
                    <a:pt x="1936" y="1970"/>
                  </a:lnTo>
                  <a:cubicBezTo>
                    <a:pt x="1936" y="1835"/>
                    <a:pt x="1824" y="1721"/>
                    <a:pt x="1687" y="1721"/>
                  </a:cubicBezTo>
                  <a:cubicBezTo>
                    <a:pt x="1552" y="1721"/>
                    <a:pt x="1438" y="1835"/>
                    <a:pt x="1438" y="1970"/>
                  </a:cubicBezTo>
                  <a:lnTo>
                    <a:pt x="1438" y="2849"/>
                  </a:lnTo>
                  <a:cubicBezTo>
                    <a:pt x="903" y="2735"/>
                    <a:pt x="496" y="2258"/>
                    <a:pt x="496" y="1684"/>
                  </a:cubicBezTo>
                  <a:cubicBezTo>
                    <a:pt x="496" y="1030"/>
                    <a:pt x="1030" y="493"/>
                    <a:pt x="1687" y="493"/>
                  </a:cubicBezTo>
                  <a:close/>
                  <a:moveTo>
                    <a:pt x="1168" y="3291"/>
                  </a:moveTo>
                  <a:cubicBezTo>
                    <a:pt x="1335" y="3344"/>
                    <a:pt x="1509" y="3373"/>
                    <a:pt x="1692" y="3373"/>
                  </a:cubicBezTo>
                  <a:cubicBezTo>
                    <a:pt x="1872" y="3373"/>
                    <a:pt x="2047" y="3344"/>
                    <a:pt x="2214" y="3291"/>
                  </a:cubicBezTo>
                  <a:lnTo>
                    <a:pt x="2214" y="3291"/>
                  </a:lnTo>
                  <a:lnTo>
                    <a:pt x="2211" y="3918"/>
                  </a:lnTo>
                  <a:cubicBezTo>
                    <a:pt x="2211" y="4058"/>
                    <a:pt x="2097" y="4170"/>
                    <a:pt x="1962" y="4170"/>
                  </a:cubicBezTo>
                  <a:lnTo>
                    <a:pt x="1417" y="4170"/>
                  </a:lnTo>
                  <a:cubicBezTo>
                    <a:pt x="1277" y="4170"/>
                    <a:pt x="1168" y="4058"/>
                    <a:pt x="1168" y="3918"/>
                  </a:cubicBezTo>
                  <a:lnTo>
                    <a:pt x="1168" y="3291"/>
                  </a:lnTo>
                  <a:close/>
                  <a:moveTo>
                    <a:pt x="1687" y="1"/>
                  </a:moveTo>
                  <a:cubicBezTo>
                    <a:pt x="758" y="1"/>
                    <a:pt x="1" y="758"/>
                    <a:pt x="1" y="1689"/>
                  </a:cubicBezTo>
                  <a:cubicBezTo>
                    <a:pt x="1" y="2235"/>
                    <a:pt x="260" y="2724"/>
                    <a:pt x="668" y="3031"/>
                  </a:cubicBezTo>
                  <a:lnTo>
                    <a:pt x="668" y="3921"/>
                  </a:lnTo>
                  <a:cubicBezTo>
                    <a:pt x="668" y="4331"/>
                    <a:pt x="1004" y="4670"/>
                    <a:pt x="1414" y="4670"/>
                  </a:cubicBezTo>
                  <a:lnTo>
                    <a:pt x="1959" y="4670"/>
                  </a:lnTo>
                  <a:cubicBezTo>
                    <a:pt x="2370" y="4670"/>
                    <a:pt x="2703" y="4336"/>
                    <a:pt x="2703" y="3921"/>
                  </a:cubicBezTo>
                  <a:lnTo>
                    <a:pt x="2703" y="3031"/>
                  </a:lnTo>
                  <a:cubicBezTo>
                    <a:pt x="3111" y="2724"/>
                    <a:pt x="3373" y="2237"/>
                    <a:pt x="3373" y="1689"/>
                  </a:cubicBezTo>
                  <a:cubicBezTo>
                    <a:pt x="3376" y="755"/>
                    <a:pt x="2619" y="1"/>
                    <a:pt x="1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1"/>
            <p:cNvSpPr/>
            <p:nvPr/>
          </p:nvSpPr>
          <p:spPr>
            <a:xfrm>
              <a:off x="1557725" y="3379125"/>
              <a:ext cx="55100" cy="55100"/>
            </a:xfrm>
            <a:custGeom>
              <a:rect b="b" l="l" r="r" t="t"/>
              <a:pathLst>
                <a:path extrusionOk="0" h="2204" w="2204">
                  <a:moveTo>
                    <a:pt x="1957" y="1"/>
                  </a:moveTo>
                  <a:cubicBezTo>
                    <a:pt x="877" y="1"/>
                    <a:pt x="1" y="877"/>
                    <a:pt x="1" y="1957"/>
                  </a:cubicBezTo>
                  <a:cubicBezTo>
                    <a:pt x="1" y="2092"/>
                    <a:pt x="109" y="2203"/>
                    <a:pt x="250" y="2203"/>
                  </a:cubicBezTo>
                  <a:cubicBezTo>
                    <a:pt x="385" y="2203"/>
                    <a:pt x="496" y="2092"/>
                    <a:pt x="496" y="1957"/>
                  </a:cubicBezTo>
                  <a:cubicBezTo>
                    <a:pt x="496" y="1152"/>
                    <a:pt x="1152" y="496"/>
                    <a:pt x="1957" y="496"/>
                  </a:cubicBezTo>
                  <a:cubicBezTo>
                    <a:pt x="2092" y="496"/>
                    <a:pt x="2203" y="385"/>
                    <a:pt x="2203" y="250"/>
                  </a:cubicBezTo>
                  <a:cubicBezTo>
                    <a:pt x="2203" y="112"/>
                    <a:pt x="2092" y="1"/>
                    <a:pt x="1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1"/>
            <p:cNvSpPr/>
            <p:nvPr/>
          </p:nvSpPr>
          <p:spPr>
            <a:xfrm>
              <a:off x="1580900" y="3402300"/>
              <a:ext cx="31925" cy="31925"/>
            </a:xfrm>
            <a:custGeom>
              <a:rect b="b" l="l" r="r" t="t"/>
              <a:pathLst>
                <a:path extrusionOk="0" h="1277" w="1277">
                  <a:moveTo>
                    <a:pt x="1027" y="0"/>
                  </a:moveTo>
                  <a:cubicBezTo>
                    <a:pt x="464" y="0"/>
                    <a:pt x="0" y="461"/>
                    <a:pt x="0" y="1030"/>
                  </a:cubicBezTo>
                  <a:cubicBezTo>
                    <a:pt x="0" y="1165"/>
                    <a:pt x="111" y="1276"/>
                    <a:pt x="246" y="1276"/>
                  </a:cubicBezTo>
                  <a:cubicBezTo>
                    <a:pt x="384" y="1276"/>
                    <a:pt x="495" y="1165"/>
                    <a:pt x="495" y="1030"/>
                  </a:cubicBezTo>
                  <a:cubicBezTo>
                    <a:pt x="495" y="734"/>
                    <a:pt x="734" y="495"/>
                    <a:pt x="1027" y="495"/>
                  </a:cubicBezTo>
                  <a:cubicBezTo>
                    <a:pt x="1165" y="495"/>
                    <a:pt x="1276" y="384"/>
                    <a:pt x="1276" y="249"/>
                  </a:cubicBezTo>
                  <a:cubicBezTo>
                    <a:pt x="1276" y="112"/>
                    <a:pt x="1165" y="0"/>
                    <a:pt x="10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5" name="Google Shape;675;p31"/>
          <p:cNvGrpSpPr/>
          <p:nvPr/>
        </p:nvGrpSpPr>
        <p:grpSpPr>
          <a:xfrm>
            <a:off x="1680790" y="3099500"/>
            <a:ext cx="423525" cy="352450"/>
            <a:chOff x="2193075" y="3417525"/>
            <a:chExt cx="423525" cy="352450"/>
          </a:xfrm>
        </p:grpSpPr>
        <p:sp>
          <p:nvSpPr>
            <p:cNvPr id="676" name="Google Shape;676;p31"/>
            <p:cNvSpPr/>
            <p:nvPr/>
          </p:nvSpPr>
          <p:spPr>
            <a:xfrm>
              <a:off x="2199275" y="3475825"/>
              <a:ext cx="411100" cy="287925"/>
            </a:xfrm>
            <a:custGeom>
              <a:rect b="b" l="l" r="r" t="t"/>
              <a:pathLst>
                <a:path extrusionOk="0" h="11517" w="16444">
                  <a:moveTo>
                    <a:pt x="1" y="0"/>
                  </a:moveTo>
                  <a:lnTo>
                    <a:pt x="1" y="10942"/>
                  </a:lnTo>
                  <a:cubicBezTo>
                    <a:pt x="1" y="11260"/>
                    <a:pt x="258" y="11517"/>
                    <a:pt x="575" y="11517"/>
                  </a:cubicBezTo>
                  <a:lnTo>
                    <a:pt x="15869" y="11517"/>
                  </a:lnTo>
                  <a:cubicBezTo>
                    <a:pt x="16187" y="11517"/>
                    <a:pt x="16444" y="11260"/>
                    <a:pt x="16444" y="10942"/>
                  </a:cubicBezTo>
                  <a:lnTo>
                    <a:pt x="164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1"/>
            <p:cNvSpPr/>
            <p:nvPr/>
          </p:nvSpPr>
          <p:spPr>
            <a:xfrm>
              <a:off x="2231500" y="3603600"/>
              <a:ext cx="129400" cy="127325"/>
            </a:xfrm>
            <a:custGeom>
              <a:rect b="b" l="l" r="r" t="t"/>
              <a:pathLst>
                <a:path extrusionOk="0" h="5093" w="5176">
                  <a:moveTo>
                    <a:pt x="565" y="0"/>
                  </a:moveTo>
                  <a:cubicBezTo>
                    <a:pt x="252" y="0"/>
                    <a:pt x="1" y="252"/>
                    <a:pt x="1" y="564"/>
                  </a:cubicBezTo>
                  <a:lnTo>
                    <a:pt x="1" y="4532"/>
                  </a:lnTo>
                  <a:cubicBezTo>
                    <a:pt x="1" y="4842"/>
                    <a:pt x="252" y="5093"/>
                    <a:pt x="565" y="5093"/>
                  </a:cubicBezTo>
                  <a:lnTo>
                    <a:pt x="4615" y="5093"/>
                  </a:lnTo>
                  <a:cubicBezTo>
                    <a:pt x="4924" y="5093"/>
                    <a:pt x="5176" y="4842"/>
                    <a:pt x="5176" y="4532"/>
                  </a:cubicBezTo>
                  <a:lnTo>
                    <a:pt x="5176" y="564"/>
                  </a:lnTo>
                  <a:cubicBezTo>
                    <a:pt x="5176" y="252"/>
                    <a:pt x="4924" y="0"/>
                    <a:pt x="4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1"/>
            <p:cNvSpPr/>
            <p:nvPr/>
          </p:nvSpPr>
          <p:spPr>
            <a:xfrm>
              <a:off x="2401500" y="3603600"/>
              <a:ext cx="129400" cy="127325"/>
            </a:xfrm>
            <a:custGeom>
              <a:rect b="b" l="l" r="r" t="t"/>
              <a:pathLst>
                <a:path extrusionOk="0" h="5093" w="5176">
                  <a:moveTo>
                    <a:pt x="562" y="0"/>
                  </a:moveTo>
                  <a:cubicBezTo>
                    <a:pt x="252" y="0"/>
                    <a:pt x="1" y="252"/>
                    <a:pt x="1" y="564"/>
                  </a:cubicBezTo>
                  <a:lnTo>
                    <a:pt x="1" y="4532"/>
                  </a:lnTo>
                  <a:cubicBezTo>
                    <a:pt x="1" y="4842"/>
                    <a:pt x="252" y="5093"/>
                    <a:pt x="562" y="5093"/>
                  </a:cubicBezTo>
                  <a:lnTo>
                    <a:pt x="4615" y="5093"/>
                  </a:lnTo>
                  <a:cubicBezTo>
                    <a:pt x="4924" y="5093"/>
                    <a:pt x="5176" y="4842"/>
                    <a:pt x="5176" y="4532"/>
                  </a:cubicBezTo>
                  <a:lnTo>
                    <a:pt x="5176" y="564"/>
                  </a:lnTo>
                  <a:cubicBezTo>
                    <a:pt x="5176" y="252"/>
                    <a:pt x="4924" y="0"/>
                    <a:pt x="4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1"/>
            <p:cNvSpPr/>
            <p:nvPr/>
          </p:nvSpPr>
          <p:spPr>
            <a:xfrm>
              <a:off x="2556750" y="3475825"/>
              <a:ext cx="53625" cy="287925"/>
            </a:xfrm>
            <a:custGeom>
              <a:rect b="b" l="l" r="r" t="t"/>
              <a:pathLst>
                <a:path extrusionOk="0" h="11517" w="2145">
                  <a:moveTo>
                    <a:pt x="578" y="0"/>
                  </a:moveTo>
                  <a:lnTo>
                    <a:pt x="578" y="10942"/>
                  </a:lnTo>
                  <a:cubicBezTo>
                    <a:pt x="578" y="11260"/>
                    <a:pt x="318" y="11517"/>
                    <a:pt x="1" y="11517"/>
                  </a:cubicBezTo>
                  <a:lnTo>
                    <a:pt x="1570" y="11517"/>
                  </a:lnTo>
                  <a:cubicBezTo>
                    <a:pt x="1888" y="11517"/>
                    <a:pt x="2145" y="11260"/>
                    <a:pt x="2145" y="10942"/>
                  </a:cubicBezTo>
                  <a:lnTo>
                    <a:pt x="21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1"/>
            <p:cNvSpPr/>
            <p:nvPr/>
          </p:nvSpPr>
          <p:spPr>
            <a:xfrm>
              <a:off x="2199275" y="3423725"/>
              <a:ext cx="411100" cy="52125"/>
            </a:xfrm>
            <a:custGeom>
              <a:rect b="b" l="l" r="r" t="t"/>
              <a:pathLst>
                <a:path extrusionOk="0" h="2085" w="16444">
                  <a:moveTo>
                    <a:pt x="575" y="1"/>
                  </a:moveTo>
                  <a:cubicBezTo>
                    <a:pt x="258" y="1"/>
                    <a:pt x="1" y="258"/>
                    <a:pt x="1" y="575"/>
                  </a:cubicBezTo>
                  <a:lnTo>
                    <a:pt x="1" y="2084"/>
                  </a:lnTo>
                  <a:lnTo>
                    <a:pt x="16444" y="2084"/>
                  </a:lnTo>
                  <a:lnTo>
                    <a:pt x="16444" y="575"/>
                  </a:lnTo>
                  <a:cubicBezTo>
                    <a:pt x="16444" y="258"/>
                    <a:pt x="16187" y="1"/>
                    <a:pt x="158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1"/>
            <p:cNvSpPr/>
            <p:nvPr/>
          </p:nvSpPr>
          <p:spPr>
            <a:xfrm>
              <a:off x="2556750" y="3423725"/>
              <a:ext cx="53625" cy="52125"/>
            </a:xfrm>
            <a:custGeom>
              <a:rect b="b" l="l" r="r" t="t"/>
              <a:pathLst>
                <a:path extrusionOk="0" h="2085" w="2145">
                  <a:moveTo>
                    <a:pt x="1" y="1"/>
                  </a:moveTo>
                  <a:cubicBezTo>
                    <a:pt x="318" y="1"/>
                    <a:pt x="578" y="258"/>
                    <a:pt x="578" y="575"/>
                  </a:cubicBezTo>
                  <a:lnTo>
                    <a:pt x="578" y="2084"/>
                  </a:lnTo>
                  <a:lnTo>
                    <a:pt x="2145" y="2084"/>
                  </a:lnTo>
                  <a:lnTo>
                    <a:pt x="2145" y="575"/>
                  </a:lnTo>
                  <a:cubicBezTo>
                    <a:pt x="2145" y="258"/>
                    <a:pt x="1888" y="1"/>
                    <a:pt x="15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1"/>
            <p:cNvSpPr/>
            <p:nvPr/>
          </p:nvSpPr>
          <p:spPr>
            <a:xfrm>
              <a:off x="2251900" y="3603600"/>
              <a:ext cx="136000" cy="127325"/>
            </a:xfrm>
            <a:custGeom>
              <a:rect b="b" l="l" r="r" t="t"/>
              <a:pathLst>
                <a:path extrusionOk="0" h="5093" w="5440">
                  <a:moveTo>
                    <a:pt x="561" y="0"/>
                  </a:moveTo>
                  <a:cubicBezTo>
                    <a:pt x="252" y="0"/>
                    <a:pt x="0" y="252"/>
                    <a:pt x="0" y="564"/>
                  </a:cubicBezTo>
                  <a:lnTo>
                    <a:pt x="0" y="4532"/>
                  </a:lnTo>
                  <a:cubicBezTo>
                    <a:pt x="0" y="4842"/>
                    <a:pt x="252" y="5093"/>
                    <a:pt x="561" y="5093"/>
                  </a:cubicBezTo>
                  <a:lnTo>
                    <a:pt x="4876" y="5093"/>
                  </a:lnTo>
                  <a:cubicBezTo>
                    <a:pt x="5188" y="5093"/>
                    <a:pt x="5440" y="4842"/>
                    <a:pt x="5440" y="4532"/>
                  </a:cubicBezTo>
                  <a:lnTo>
                    <a:pt x="5440" y="564"/>
                  </a:lnTo>
                  <a:cubicBezTo>
                    <a:pt x="5440" y="252"/>
                    <a:pt x="5188" y="0"/>
                    <a:pt x="4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1"/>
            <p:cNvSpPr/>
            <p:nvPr/>
          </p:nvSpPr>
          <p:spPr>
            <a:xfrm>
              <a:off x="2346850" y="3603600"/>
              <a:ext cx="41050" cy="127325"/>
            </a:xfrm>
            <a:custGeom>
              <a:rect b="b" l="l" r="r" t="t"/>
              <a:pathLst>
                <a:path extrusionOk="0" h="5093" w="1642">
                  <a:moveTo>
                    <a:pt x="1" y="0"/>
                  </a:moveTo>
                  <a:cubicBezTo>
                    <a:pt x="310" y="0"/>
                    <a:pt x="562" y="252"/>
                    <a:pt x="562" y="564"/>
                  </a:cubicBezTo>
                  <a:lnTo>
                    <a:pt x="562" y="4532"/>
                  </a:lnTo>
                  <a:cubicBezTo>
                    <a:pt x="562" y="4842"/>
                    <a:pt x="310" y="5093"/>
                    <a:pt x="1" y="5093"/>
                  </a:cubicBezTo>
                  <a:lnTo>
                    <a:pt x="1078" y="5093"/>
                  </a:lnTo>
                  <a:cubicBezTo>
                    <a:pt x="1390" y="5093"/>
                    <a:pt x="1642" y="4842"/>
                    <a:pt x="1642" y="4532"/>
                  </a:cubicBezTo>
                  <a:lnTo>
                    <a:pt x="1642" y="564"/>
                  </a:lnTo>
                  <a:cubicBezTo>
                    <a:pt x="1642" y="252"/>
                    <a:pt x="1390" y="0"/>
                    <a:pt x="10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1"/>
            <p:cNvSpPr/>
            <p:nvPr/>
          </p:nvSpPr>
          <p:spPr>
            <a:xfrm>
              <a:off x="2421900" y="3603600"/>
              <a:ext cx="136000" cy="127325"/>
            </a:xfrm>
            <a:custGeom>
              <a:rect b="b" l="l" r="r" t="t"/>
              <a:pathLst>
                <a:path extrusionOk="0" h="5093" w="5440">
                  <a:moveTo>
                    <a:pt x="561" y="0"/>
                  </a:moveTo>
                  <a:cubicBezTo>
                    <a:pt x="249" y="0"/>
                    <a:pt x="0" y="252"/>
                    <a:pt x="0" y="564"/>
                  </a:cubicBezTo>
                  <a:lnTo>
                    <a:pt x="0" y="4532"/>
                  </a:lnTo>
                  <a:cubicBezTo>
                    <a:pt x="0" y="4842"/>
                    <a:pt x="249" y="5093"/>
                    <a:pt x="561" y="5093"/>
                  </a:cubicBezTo>
                  <a:lnTo>
                    <a:pt x="4876" y="5093"/>
                  </a:lnTo>
                  <a:cubicBezTo>
                    <a:pt x="5188" y="5093"/>
                    <a:pt x="5440" y="4842"/>
                    <a:pt x="5440" y="4532"/>
                  </a:cubicBezTo>
                  <a:lnTo>
                    <a:pt x="5440" y="564"/>
                  </a:lnTo>
                  <a:cubicBezTo>
                    <a:pt x="5440" y="252"/>
                    <a:pt x="5188" y="0"/>
                    <a:pt x="48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1"/>
            <p:cNvSpPr/>
            <p:nvPr/>
          </p:nvSpPr>
          <p:spPr>
            <a:xfrm>
              <a:off x="2516850" y="3603600"/>
              <a:ext cx="41050" cy="127325"/>
            </a:xfrm>
            <a:custGeom>
              <a:rect b="b" l="l" r="r" t="t"/>
              <a:pathLst>
                <a:path extrusionOk="0" h="5093" w="1642">
                  <a:moveTo>
                    <a:pt x="1" y="0"/>
                  </a:moveTo>
                  <a:cubicBezTo>
                    <a:pt x="310" y="0"/>
                    <a:pt x="562" y="252"/>
                    <a:pt x="562" y="564"/>
                  </a:cubicBezTo>
                  <a:lnTo>
                    <a:pt x="562" y="4532"/>
                  </a:lnTo>
                  <a:cubicBezTo>
                    <a:pt x="562" y="4842"/>
                    <a:pt x="310" y="5093"/>
                    <a:pt x="1" y="5093"/>
                  </a:cubicBezTo>
                  <a:lnTo>
                    <a:pt x="1078" y="5093"/>
                  </a:lnTo>
                  <a:cubicBezTo>
                    <a:pt x="1390" y="5093"/>
                    <a:pt x="1642" y="4842"/>
                    <a:pt x="1642" y="4532"/>
                  </a:cubicBezTo>
                  <a:lnTo>
                    <a:pt x="1642" y="564"/>
                  </a:lnTo>
                  <a:cubicBezTo>
                    <a:pt x="1642" y="252"/>
                    <a:pt x="1390" y="0"/>
                    <a:pt x="10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1"/>
            <p:cNvSpPr/>
            <p:nvPr/>
          </p:nvSpPr>
          <p:spPr>
            <a:xfrm>
              <a:off x="2285775" y="3634375"/>
              <a:ext cx="68175" cy="65850"/>
            </a:xfrm>
            <a:custGeom>
              <a:rect b="b" l="l" r="r" t="t"/>
              <a:pathLst>
                <a:path extrusionOk="0" h="2634" w="2727">
                  <a:moveTo>
                    <a:pt x="511" y="0"/>
                  </a:moveTo>
                  <a:cubicBezTo>
                    <a:pt x="393" y="0"/>
                    <a:pt x="274" y="45"/>
                    <a:pt x="183" y="135"/>
                  </a:cubicBezTo>
                  <a:cubicBezTo>
                    <a:pt x="0" y="318"/>
                    <a:pt x="0" y="609"/>
                    <a:pt x="183" y="792"/>
                  </a:cubicBezTo>
                  <a:lnTo>
                    <a:pt x="710" y="1318"/>
                  </a:lnTo>
                  <a:lnTo>
                    <a:pt x="183" y="1845"/>
                  </a:lnTo>
                  <a:cubicBezTo>
                    <a:pt x="0" y="2025"/>
                    <a:pt x="0" y="2316"/>
                    <a:pt x="183" y="2499"/>
                  </a:cubicBezTo>
                  <a:cubicBezTo>
                    <a:pt x="273" y="2589"/>
                    <a:pt x="392" y="2634"/>
                    <a:pt x="511" y="2634"/>
                  </a:cubicBezTo>
                  <a:cubicBezTo>
                    <a:pt x="630" y="2634"/>
                    <a:pt x="750" y="2589"/>
                    <a:pt x="840" y="2499"/>
                  </a:cubicBezTo>
                  <a:lnTo>
                    <a:pt x="1364" y="1972"/>
                  </a:lnTo>
                  <a:lnTo>
                    <a:pt x="1890" y="2499"/>
                  </a:lnTo>
                  <a:cubicBezTo>
                    <a:pt x="1980" y="2589"/>
                    <a:pt x="2099" y="2634"/>
                    <a:pt x="2219" y="2634"/>
                  </a:cubicBezTo>
                  <a:cubicBezTo>
                    <a:pt x="2338" y="2634"/>
                    <a:pt x="2457" y="2589"/>
                    <a:pt x="2547" y="2499"/>
                  </a:cubicBezTo>
                  <a:cubicBezTo>
                    <a:pt x="2727" y="2316"/>
                    <a:pt x="2727" y="2025"/>
                    <a:pt x="2547" y="1845"/>
                  </a:cubicBezTo>
                  <a:lnTo>
                    <a:pt x="2020" y="1318"/>
                  </a:lnTo>
                  <a:lnTo>
                    <a:pt x="2547" y="792"/>
                  </a:lnTo>
                  <a:cubicBezTo>
                    <a:pt x="2727" y="609"/>
                    <a:pt x="2727" y="318"/>
                    <a:pt x="2547" y="135"/>
                  </a:cubicBezTo>
                  <a:cubicBezTo>
                    <a:pt x="2456" y="45"/>
                    <a:pt x="2337" y="0"/>
                    <a:pt x="2219" y="0"/>
                  </a:cubicBezTo>
                  <a:cubicBezTo>
                    <a:pt x="2100" y="0"/>
                    <a:pt x="1982" y="45"/>
                    <a:pt x="1890" y="135"/>
                  </a:cubicBezTo>
                  <a:lnTo>
                    <a:pt x="1364" y="662"/>
                  </a:lnTo>
                  <a:lnTo>
                    <a:pt x="840" y="135"/>
                  </a:lnTo>
                  <a:cubicBezTo>
                    <a:pt x="748" y="45"/>
                    <a:pt x="630" y="0"/>
                    <a:pt x="5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1"/>
            <p:cNvSpPr/>
            <p:nvPr/>
          </p:nvSpPr>
          <p:spPr>
            <a:xfrm>
              <a:off x="2452325" y="3640400"/>
              <a:ext cx="75000" cy="53800"/>
            </a:xfrm>
            <a:custGeom>
              <a:rect b="b" l="l" r="r" t="t"/>
              <a:pathLst>
                <a:path extrusionOk="0" h="2152" w="3000">
                  <a:moveTo>
                    <a:pt x="2492" y="1"/>
                  </a:moveTo>
                  <a:cubicBezTo>
                    <a:pt x="2373" y="1"/>
                    <a:pt x="2255" y="46"/>
                    <a:pt x="2163" y="138"/>
                  </a:cubicBezTo>
                  <a:lnTo>
                    <a:pt x="1261" y="1040"/>
                  </a:lnTo>
                  <a:lnTo>
                    <a:pt x="837" y="619"/>
                  </a:lnTo>
                  <a:cubicBezTo>
                    <a:pt x="747" y="529"/>
                    <a:pt x="629" y="485"/>
                    <a:pt x="512" y="485"/>
                  </a:cubicBezTo>
                  <a:cubicBezTo>
                    <a:pt x="392" y="485"/>
                    <a:pt x="272" y="531"/>
                    <a:pt x="181" y="622"/>
                  </a:cubicBezTo>
                  <a:cubicBezTo>
                    <a:pt x="1" y="805"/>
                    <a:pt x="3" y="1098"/>
                    <a:pt x="186" y="1278"/>
                  </a:cubicBezTo>
                  <a:lnTo>
                    <a:pt x="935" y="2020"/>
                  </a:lnTo>
                  <a:cubicBezTo>
                    <a:pt x="1025" y="2110"/>
                    <a:pt x="1142" y="2152"/>
                    <a:pt x="1261" y="2152"/>
                  </a:cubicBezTo>
                  <a:cubicBezTo>
                    <a:pt x="1380" y="2152"/>
                    <a:pt x="1499" y="2110"/>
                    <a:pt x="1589" y="2022"/>
                  </a:cubicBezTo>
                  <a:lnTo>
                    <a:pt x="2820" y="791"/>
                  </a:lnTo>
                  <a:cubicBezTo>
                    <a:pt x="3000" y="609"/>
                    <a:pt x="3000" y="318"/>
                    <a:pt x="2820" y="138"/>
                  </a:cubicBezTo>
                  <a:cubicBezTo>
                    <a:pt x="2728" y="46"/>
                    <a:pt x="2610" y="1"/>
                    <a:pt x="24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1"/>
            <p:cNvSpPr/>
            <p:nvPr/>
          </p:nvSpPr>
          <p:spPr>
            <a:xfrm>
              <a:off x="2193125" y="3498700"/>
              <a:ext cx="354600" cy="271275"/>
            </a:xfrm>
            <a:custGeom>
              <a:rect b="b" l="l" r="r" t="t"/>
              <a:pathLst>
                <a:path extrusionOk="0" h="10851" w="14184">
                  <a:moveTo>
                    <a:pt x="250" y="1"/>
                  </a:moveTo>
                  <a:cubicBezTo>
                    <a:pt x="115" y="1"/>
                    <a:pt x="1" y="115"/>
                    <a:pt x="1" y="250"/>
                  </a:cubicBezTo>
                  <a:lnTo>
                    <a:pt x="1" y="10027"/>
                  </a:lnTo>
                  <a:cubicBezTo>
                    <a:pt x="1" y="10480"/>
                    <a:pt x="371" y="10851"/>
                    <a:pt x="824" y="10851"/>
                  </a:cubicBezTo>
                  <a:lnTo>
                    <a:pt x="13934" y="10851"/>
                  </a:lnTo>
                  <a:cubicBezTo>
                    <a:pt x="14069" y="10851"/>
                    <a:pt x="14183" y="10739"/>
                    <a:pt x="14183" y="10602"/>
                  </a:cubicBezTo>
                  <a:cubicBezTo>
                    <a:pt x="14183" y="10467"/>
                    <a:pt x="14069" y="10356"/>
                    <a:pt x="13934" y="10356"/>
                  </a:cubicBezTo>
                  <a:lnTo>
                    <a:pt x="824" y="10356"/>
                  </a:lnTo>
                  <a:cubicBezTo>
                    <a:pt x="644" y="10356"/>
                    <a:pt x="498" y="10210"/>
                    <a:pt x="498" y="10027"/>
                  </a:cubicBezTo>
                  <a:lnTo>
                    <a:pt x="498" y="250"/>
                  </a:lnTo>
                  <a:cubicBezTo>
                    <a:pt x="498" y="115"/>
                    <a:pt x="385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2193075" y="3417525"/>
              <a:ext cx="423525" cy="352450"/>
            </a:xfrm>
            <a:custGeom>
              <a:rect b="b" l="l" r="r" t="t"/>
              <a:pathLst>
                <a:path extrusionOk="0" h="14098" w="16941">
                  <a:moveTo>
                    <a:pt x="16117" y="495"/>
                  </a:moveTo>
                  <a:cubicBezTo>
                    <a:pt x="16300" y="495"/>
                    <a:pt x="16446" y="641"/>
                    <a:pt x="16446" y="823"/>
                  </a:cubicBezTo>
                  <a:lnTo>
                    <a:pt x="16446" y="2083"/>
                  </a:lnTo>
                  <a:lnTo>
                    <a:pt x="498" y="2083"/>
                  </a:lnTo>
                  <a:lnTo>
                    <a:pt x="498" y="823"/>
                  </a:lnTo>
                  <a:cubicBezTo>
                    <a:pt x="498" y="641"/>
                    <a:pt x="643" y="495"/>
                    <a:pt x="823" y="495"/>
                  </a:cubicBezTo>
                  <a:close/>
                  <a:moveTo>
                    <a:pt x="823" y="0"/>
                  </a:moveTo>
                  <a:cubicBezTo>
                    <a:pt x="371" y="0"/>
                    <a:pt x="0" y="371"/>
                    <a:pt x="0" y="823"/>
                  </a:cubicBezTo>
                  <a:lnTo>
                    <a:pt x="0" y="2332"/>
                  </a:lnTo>
                  <a:cubicBezTo>
                    <a:pt x="0" y="2467"/>
                    <a:pt x="114" y="2581"/>
                    <a:pt x="249" y="2581"/>
                  </a:cubicBezTo>
                  <a:lnTo>
                    <a:pt x="16446" y="2581"/>
                  </a:lnTo>
                  <a:lnTo>
                    <a:pt x="16446" y="13274"/>
                  </a:lnTo>
                  <a:cubicBezTo>
                    <a:pt x="16446" y="13454"/>
                    <a:pt x="16300" y="13603"/>
                    <a:pt x="16117" y="13603"/>
                  </a:cubicBezTo>
                  <a:lnTo>
                    <a:pt x="15096" y="13603"/>
                  </a:lnTo>
                  <a:cubicBezTo>
                    <a:pt x="14958" y="13603"/>
                    <a:pt x="14847" y="13714"/>
                    <a:pt x="14847" y="13849"/>
                  </a:cubicBezTo>
                  <a:cubicBezTo>
                    <a:pt x="14847" y="13984"/>
                    <a:pt x="14958" y="14098"/>
                    <a:pt x="15096" y="14098"/>
                  </a:cubicBezTo>
                  <a:lnTo>
                    <a:pt x="16117" y="14098"/>
                  </a:lnTo>
                  <a:cubicBezTo>
                    <a:pt x="16570" y="14098"/>
                    <a:pt x="16941" y="13727"/>
                    <a:pt x="16941" y="13274"/>
                  </a:cubicBezTo>
                  <a:lnTo>
                    <a:pt x="16941" y="823"/>
                  </a:lnTo>
                  <a:cubicBezTo>
                    <a:pt x="16941" y="371"/>
                    <a:pt x="16570" y="0"/>
                    <a:pt x="16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2228475" y="3443600"/>
              <a:ext cx="71350" cy="12375"/>
            </a:xfrm>
            <a:custGeom>
              <a:rect b="b" l="l" r="r" t="t"/>
              <a:pathLst>
                <a:path extrusionOk="0" h="495" w="2854">
                  <a:moveTo>
                    <a:pt x="249" y="0"/>
                  </a:moveTo>
                  <a:cubicBezTo>
                    <a:pt x="114" y="0"/>
                    <a:pt x="0" y="111"/>
                    <a:pt x="0" y="246"/>
                  </a:cubicBezTo>
                  <a:cubicBezTo>
                    <a:pt x="0" y="384"/>
                    <a:pt x="114" y="495"/>
                    <a:pt x="249" y="495"/>
                  </a:cubicBezTo>
                  <a:lnTo>
                    <a:pt x="2605" y="495"/>
                  </a:lnTo>
                  <a:cubicBezTo>
                    <a:pt x="2740" y="495"/>
                    <a:pt x="2854" y="384"/>
                    <a:pt x="2854" y="246"/>
                  </a:cubicBezTo>
                  <a:cubicBezTo>
                    <a:pt x="2854" y="111"/>
                    <a:pt x="2740" y="0"/>
                    <a:pt x="2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1"/>
            <p:cNvSpPr/>
            <p:nvPr/>
          </p:nvSpPr>
          <p:spPr>
            <a:xfrm>
              <a:off x="2357775" y="3502550"/>
              <a:ext cx="36875" cy="70500"/>
            </a:xfrm>
            <a:custGeom>
              <a:rect b="b" l="l" r="r" t="t"/>
              <a:pathLst>
                <a:path extrusionOk="0" h="2820" w="1475">
                  <a:moveTo>
                    <a:pt x="249" y="0"/>
                  </a:moveTo>
                  <a:cubicBezTo>
                    <a:pt x="112" y="0"/>
                    <a:pt x="0" y="112"/>
                    <a:pt x="0" y="249"/>
                  </a:cubicBezTo>
                  <a:lnTo>
                    <a:pt x="0" y="2571"/>
                  </a:lnTo>
                  <a:cubicBezTo>
                    <a:pt x="0" y="2706"/>
                    <a:pt x="112" y="2819"/>
                    <a:pt x="249" y="2819"/>
                  </a:cubicBezTo>
                  <a:lnTo>
                    <a:pt x="1226" y="2819"/>
                  </a:lnTo>
                  <a:cubicBezTo>
                    <a:pt x="1364" y="2819"/>
                    <a:pt x="1475" y="2706"/>
                    <a:pt x="1475" y="2571"/>
                  </a:cubicBezTo>
                  <a:cubicBezTo>
                    <a:pt x="1475" y="2436"/>
                    <a:pt x="1364" y="2322"/>
                    <a:pt x="1226" y="2322"/>
                  </a:cubicBezTo>
                  <a:lnTo>
                    <a:pt x="495" y="2322"/>
                  </a:lnTo>
                  <a:lnTo>
                    <a:pt x="495" y="1657"/>
                  </a:lnTo>
                  <a:lnTo>
                    <a:pt x="1154" y="1657"/>
                  </a:lnTo>
                  <a:cubicBezTo>
                    <a:pt x="1289" y="1657"/>
                    <a:pt x="1403" y="1546"/>
                    <a:pt x="1403" y="1409"/>
                  </a:cubicBezTo>
                  <a:cubicBezTo>
                    <a:pt x="1403" y="1274"/>
                    <a:pt x="1289" y="1162"/>
                    <a:pt x="1154" y="1162"/>
                  </a:cubicBezTo>
                  <a:lnTo>
                    <a:pt x="495" y="1162"/>
                  </a:lnTo>
                  <a:lnTo>
                    <a:pt x="495" y="495"/>
                  </a:lnTo>
                  <a:lnTo>
                    <a:pt x="1226" y="495"/>
                  </a:lnTo>
                  <a:cubicBezTo>
                    <a:pt x="1364" y="495"/>
                    <a:pt x="1475" y="384"/>
                    <a:pt x="1475" y="249"/>
                  </a:cubicBezTo>
                  <a:cubicBezTo>
                    <a:pt x="1475" y="112"/>
                    <a:pt x="1364" y="0"/>
                    <a:pt x="1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1"/>
            <p:cNvSpPr/>
            <p:nvPr/>
          </p:nvSpPr>
          <p:spPr>
            <a:xfrm>
              <a:off x="2404700" y="3502625"/>
              <a:ext cx="52300" cy="71025"/>
            </a:xfrm>
            <a:custGeom>
              <a:rect b="b" l="l" r="r" t="t"/>
              <a:pathLst>
                <a:path extrusionOk="0" h="2841" w="2092">
                  <a:moveTo>
                    <a:pt x="1053" y="0"/>
                  </a:moveTo>
                  <a:cubicBezTo>
                    <a:pt x="951" y="0"/>
                    <a:pt x="842" y="14"/>
                    <a:pt x="731" y="48"/>
                  </a:cubicBezTo>
                  <a:cubicBezTo>
                    <a:pt x="424" y="140"/>
                    <a:pt x="206" y="381"/>
                    <a:pt x="164" y="675"/>
                  </a:cubicBezTo>
                  <a:cubicBezTo>
                    <a:pt x="124" y="950"/>
                    <a:pt x="244" y="1218"/>
                    <a:pt x="476" y="1371"/>
                  </a:cubicBezTo>
                  <a:cubicBezTo>
                    <a:pt x="484" y="1376"/>
                    <a:pt x="498" y="1384"/>
                    <a:pt x="508" y="1390"/>
                  </a:cubicBezTo>
                  <a:cubicBezTo>
                    <a:pt x="521" y="1398"/>
                    <a:pt x="842" y="1538"/>
                    <a:pt x="1207" y="1670"/>
                  </a:cubicBezTo>
                  <a:cubicBezTo>
                    <a:pt x="1445" y="1760"/>
                    <a:pt x="1567" y="1893"/>
                    <a:pt x="1541" y="2038"/>
                  </a:cubicBezTo>
                  <a:cubicBezTo>
                    <a:pt x="1517" y="2184"/>
                    <a:pt x="1339" y="2340"/>
                    <a:pt x="1091" y="2340"/>
                  </a:cubicBezTo>
                  <a:cubicBezTo>
                    <a:pt x="847" y="2340"/>
                    <a:pt x="609" y="2239"/>
                    <a:pt x="458" y="2075"/>
                  </a:cubicBezTo>
                  <a:cubicBezTo>
                    <a:pt x="409" y="2021"/>
                    <a:pt x="343" y="1994"/>
                    <a:pt x="277" y="1994"/>
                  </a:cubicBezTo>
                  <a:cubicBezTo>
                    <a:pt x="217" y="1994"/>
                    <a:pt x="157" y="2016"/>
                    <a:pt x="109" y="2059"/>
                  </a:cubicBezTo>
                  <a:cubicBezTo>
                    <a:pt x="5" y="2152"/>
                    <a:pt x="0" y="2306"/>
                    <a:pt x="93" y="2409"/>
                  </a:cubicBezTo>
                  <a:cubicBezTo>
                    <a:pt x="336" y="2676"/>
                    <a:pt x="709" y="2840"/>
                    <a:pt x="1091" y="2840"/>
                  </a:cubicBezTo>
                  <a:cubicBezTo>
                    <a:pt x="1564" y="2840"/>
                    <a:pt x="1959" y="2538"/>
                    <a:pt x="2033" y="2128"/>
                  </a:cubicBezTo>
                  <a:cubicBezTo>
                    <a:pt x="2091" y="1821"/>
                    <a:pt x="1948" y="1414"/>
                    <a:pt x="1382" y="1204"/>
                  </a:cubicBezTo>
                  <a:cubicBezTo>
                    <a:pt x="1088" y="1096"/>
                    <a:pt x="813" y="977"/>
                    <a:pt x="736" y="942"/>
                  </a:cubicBezTo>
                  <a:cubicBezTo>
                    <a:pt x="678" y="897"/>
                    <a:pt x="649" y="823"/>
                    <a:pt x="656" y="744"/>
                  </a:cubicBezTo>
                  <a:cubicBezTo>
                    <a:pt x="664" y="696"/>
                    <a:pt x="701" y="572"/>
                    <a:pt x="876" y="519"/>
                  </a:cubicBezTo>
                  <a:cubicBezTo>
                    <a:pt x="936" y="501"/>
                    <a:pt x="995" y="494"/>
                    <a:pt x="1052" y="494"/>
                  </a:cubicBezTo>
                  <a:cubicBezTo>
                    <a:pt x="1331" y="494"/>
                    <a:pt x="1555" y="673"/>
                    <a:pt x="1562" y="678"/>
                  </a:cubicBezTo>
                  <a:cubicBezTo>
                    <a:pt x="1609" y="717"/>
                    <a:pt x="1665" y="735"/>
                    <a:pt x="1721" y="735"/>
                  </a:cubicBezTo>
                  <a:cubicBezTo>
                    <a:pt x="1791" y="735"/>
                    <a:pt x="1860" y="706"/>
                    <a:pt x="1908" y="649"/>
                  </a:cubicBezTo>
                  <a:cubicBezTo>
                    <a:pt x="1998" y="543"/>
                    <a:pt x="1985" y="387"/>
                    <a:pt x="1879" y="299"/>
                  </a:cubicBezTo>
                  <a:cubicBezTo>
                    <a:pt x="1862" y="284"/>
                    <a:pt x="1518" y="0"/>
                    <a:pt x="1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1"/>
            <p:cNvSpPr/>
            <p:nvPr/>
          </p:nvSpPr>
          <p:spPr>
            <a:xfrm>
              <a:off x="2299550" y="3502550"/>
              <a:ext cx="44750" cy="70950"/>
            </a:xfrm>
            <a:custGeom>
              <a:rect b="b" l="l" r="r" t="t"/>
              <a:pathLst>
                <a:path extrusionOk="0" h="2838" w="1790">
                  <a:moveTo>
                    <a:pt x="246" y="0"/>
                  </a:moveTo>
                  <a:cubicBezTo>
                    <a:pt x="111" y="0"/>
                    <a:pt x="0" y="112"/>
                    <a:pt x="0" y="249"/>
                  </a:cubicBezTo>
                  <a:cubicBezTo>
                    <a:pt x="0" y="384"/>
                    <a:pt x="111" y="495"/>
                    <a:pt x="246" y="495"/>
                  </a:cubicBezTo>
                  <a:lnTo>
                    <a:pt x="643" y="495"/>
                  </a:lnTo>
                  <a:lnTo>
                    <a:pt x="643" y="2592"/>
                  </a:lnTo>
                  <a:cubicBezTo>
                    <a:pt x="643" y="2727"/>
                    <a:pt x="757" y="2838"/>
                    <a:pt x="892" y="2838"/>
                  </a:cubicBezTo>
                  <a:cubicBezTo>
                    <a:pt x="1027" y="2838"/>
                    <a:pt x="1141" y="2727"/>
                    <a:pt x="1141" y="2592"/>
                  </a:cubicBezTo>
                  <a:lnTo>
                    <a:pt x="1141" y="495"/>
                  </a:lnTo>
                  <a:lnTo>
                    <a:pt x="1541" y="495"/>
                  </a:lnTo>
                  <a:cubicBezTo>
                    <a:pt x="1676" y="495"/>
                    <a:pt x="1789" y="384"/>
                    <a:pt x="1789" y="249"/>
                  </a:cubicBezTo>
                  <a:cubicBezTo>
                    <a:pt x="1789" y="112"/>
                    <a:pt x="1676" y="0"/>
                    <a:pt x="1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1"/>
            <p:cNvSpPr/>
            <p:nvPr/>
          </p:nvSpPr>
          <p:spPr>
            <a:xfrm>
              <a:off x="2465300" y="3502550"/>
              <a:ext cx="44750" cy="70950"/>
            </a:xfrm>
            <a:custGeom>
              <a:rect b="b" l="l" r="r" t="t"/>
              <a:pathLst>
                <a:path extrusionOk="0" h="2838" w="1790">
                  <a:moveTo>
                    <a:pt x="249" y="0"/>
                  </a:moveTo>
                  <a:cubicBezTo>
                    <a:pt x="112" y="0"/>
                    <a:pt x="1" y="112"/>
                    <a:pt x="1" y="249"/>
                  </a:cubicBezTo>
                  <a:cubicBezTo>
                    <a:pt x="1" y="384"/>
                    <a:pt x="112" y="495"/>
                    <a:pt x="249" y="495"/>
                  </a:cubicBezTo>
                  <a:lnTo>
                    <a:pt x="646" y="495"/>
                  </a:lnTo>
                  <a:lnTo>
                    <a:pt x="646" y="2592"/>
                  </a:lnTo>
                  <a:cubicBezTo>
                    <a:pt x="646" y="2727"/>
                    <a:pt x="758" y="2838"/>
                    <a:pt x="893" y="2838"/>
                  </a:cubicBezTo>
                  <a:cubicBezTo>
                    <a:pt x="1030" y="2838"/>
                    <a:pt x="1141" y="2727"/>
                    <a:pt x="1141" y="2592"/>
                  </a:cubicBezTo>
                  <a:lnTo>
                    <a:pt x="1141" y="495"/>
                  </a:lnTo>
                  <a:lnTo>
                    <a:pt x="1541" y="495"/>
                  </a:lnTo>
                  <a:cubicBezTo>
                    <a:pt x="1676" y="495"/>
                    <a:pt x="1790" y="384"/>
                    <a:pt x="1790" y="249"/>
                  </a:cubicBezTo>
                  <a:cubicBezTo>
                    <a:pt x="1790" y="112"/>
                    <a:pt x="1676" y="0"/>
                    <a:pt x="1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1"/>
            <p:cNvSpPr/>
            <p:nvPr/>
          </p:nvSpPr>
          <p:spPr>
            <a:xfrm>
              <a:off x="2245600" y="3597450"/>
              <a:ext cx="148400" cy="139700"/>
            </a:xfrm>
            <a:custGeom>
              <a:rect b="b" l="l" r="r" t="t"/>
              <a:pathLst>
                <a:path extrusionOk="0" h="5588" w="5936">
                  <a:moveTo>
                    <a:pt x="5128" y="495"/>
                  </a:moveTo>
                  <a:cubicBezTo>
                    <a:pt x="5300" y="495"/>
                    <a:pt x="5443" y="638"/>
                    <a:pt x="5443" y="810"/>
                  </a:cubicBezTo>
                  <a:lnTo>
                    <a:pt x="5443" y="4778"/>
                  </a:lnTo>
                  <a:cubicBezTo>
                    <a:pt x="5443" y="4953"/>
                    <a:pt x="5300" y="5090"/>
                    <a:pt x="5128" y="5090"/>
                  </a:cubicBezTo>
                  <a:lnTo>
                    <a:pt x="813" y="5090"/>
                  </a:lnTo>
                  <a:cubicBezTo>
                    <a:pt x="639" y="5090"/>
                    <a:pt x="501" y="4950"/>
                    <a:pt x="501" y="4778"/>
                  </a:cubicBezTo>
                  <a:lnTo>
                    <a:pt x="501" y="810"/>
                  </a:lnTo>
                  <a:cubicBezTo>
                    <a:pt x="501" y="633"/>
                    <a:pt x="641" y="495"/>
                    <a:pt x="813" y="495"/>
                  </a:cubicBezTo>
                  <a:close/>
                  <a:moveTo>
                    <a:pt x="811" y="0"/>
                  </a:moveTo>
                  <a:cubicBezTo>
                    <a:pt x="363" y="0"/>
                    <a:pt x="1" y="363"/>
                    <a:pt x="1" y="810"/>
                  </a:cubicBezTo>
                  <a:lnTo>
                    <a:pt x="1" y="4778"/>
                  </a:lnTo>
                  <a:cubicBezTo>
                    <a:pt x="1" y="5223"/>
                    <a:pt x="363" y="5588"/>
                    <a:pt x="811" y="5588"/>
                  </a:cubicBezTo>
                  <a:lnTo>
                    <a:pt x="5125" y="5588"/>
                  </a:lnTo>
                  <a:cubicBezTo>
                    <a:pt x="5573" y="5588"/>
                    <a:pt x="5935" y="5223"/>
                    <a:pt x="5935" y="4778"/>
                  </a:cubicBezTo>
                  <a:lnTo>
                    <a:pt x="5935" y="810"/>
                  </a:lnTo>
                  <a:cubicBezTo>
                    <a:pt x="5935" y="363"/>
                    <a:pt x="5573" y="0"/>
                    <a:pt x="5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1"/>
            <p:cNvSpPr/>
            <p:nvPr/>
          </p:nvSpPr>
          <p:spPr>
            <a:xfrm>
              <a:off x="2415675" y="3597450"/>
              <a:ext cx="148375" cy="139700"/>
            </a:xfrm>
            <a:custGeom>
              <a:rect b="b" l="l" r="r" t="t"/>
              <a:pathLst>
                <a:path extrusionOk="0" h="5588" w="5935">
                  <a:moveTo>
                    <a:pt x="5125" y="495"/>
                  </a:moveTo>
                  <a:cubicBezTo>
                    <a:pt x="5300" y="495"/>
                    <a:pt x="5440" y="638"/>
                    <a:pt x="5440" y="810"/>
                  </a:cubicBezTo>
                  <a:lnTo>
                    <a:pt x="5440" y="4778"/>
                  </a:lnTo>
                  <a:cubicBezTo>
                    <a:pt x="5440" y="4953"/>
                    <a:pt x="5297" y="5090"/>
                    <a:pt x="5125" y="5090"/>
                  </a:cubicBezTo>
                  <a:lnTo>
                    <a:pt x="810" y="5090"/>
                  </a:lnTo>
                  <a:cubicBezTo>
                    <a:pt x="636" y="5090"/>
                    <a:pt x="495" y="4950"/>
                    <a:pt x="495" y="4778"/>
                  </a:cubicBezTo>
                  <a:lnTo>
                    <a:pt x="495" y="810"/>
                  </a:lnTo>
                  <a:cubicBezTo>
                    <a:pt x="495" y="633"/>
                    <a:pt x="638" y="495"/>
                    <a:pt x="810" y="495"/>
                  </a:cubicBezTo>
                  <a:close/>
                  <a:moveTo>
                    <a:pt x="810" y="0"/>
                  </a:moveTo>
                  <a:cubicBezTo>
                    <a:pt x="363" y="0"/>
                    <a:pt x="0" y="363"/>
                    <a:pt x="0" y="810"/>
                  </a:cubicBezTo>
                  <a:lnTo>
                    <a:pt x="0" y="4778"/>
                  </a:lnTo>
                  <a:cubicBezTo>
                    <a:pt x="0" y="5223"/>
                    <a:pt x="363" y="5588"/>
                    <a:pt x="810" y="5588"/>
                  </a:cubicBezTo>
                  <a:lnTo>
                    <a:pt x="5125" y="5588"/>
                  </a:lnTo>
                  <a:cubicBezTo>
                    <a:pt x="5572" y="5588"/>
                    <a:pt x="5935" y="5223"/>
                    <a:pt x="5935" y="4778"/>
                  </a:cubicBezTo>
                  <a:lnTo>
                    <a:pt x="5935" y="810"/>
                  </a:lnTo>
                  <a:cubicBezTo>
                    <a:pt x="5935" y="363"/>
                    <a:pt x="5572" y="0"/>
                    <a:pt x="5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1"/>
            <p:cNvSpPr/>
            <p:nvPr/>
          </p:nvSpPr>
          <p:spPr>
            <a:xfrm>
              <a:off x="2280675" y="3628150"/>
              <a:ext cx="80025" cy="78300"/>
            </a:xfrm>
            <a:custGeom>
              <a:rect b="b" l="l" r="r" t="t"/>
              <a:pathLst>
                <a:path extrusionOk="0" h="3132" w="3201">
                  <a:moveTo>
                    <a:pt x="2419" y="500"/>
                  </a:moveTo>
                  <a:cubicBezTo>
                    <a:pt x="2474" y="500"/>
                    <a:pt x="2530" y="520"/>
                    <a:pt x="2571" y="561"/>
                  </a:cubicBezTo>
                  <a:cubicBezTo>
                    <a:pt x="2653" y="644"/>
                    <a:pt x="2653" y="784"/>
                    <a:pt x="2571" y="866"/>
                  </a:cubicBezTo>
                  <a:lnTo>
                    <a:pt x="2044" y="1393"/>
                  </a:lnTo>
                  <a:cubicBezTo>
                    <a:pt x="1999" y="1438"/>
                    <a:pt x="1973" y="1501"/>
                    <a:pt x="1973" y="1567"/>
                  </a:cubicBezTo>
                  <a:cubicBezTo>
                    <a:pt x="1973" y="1633"/>
                    <a:pt x="1999" y="1697"/>
                    <a:pt x="2044" y="1742"/>
                  </a:cubicBezTo>
                  <a:lnTo>
                    <a:pt x="2571" y="2269"/>
                  </a:lnTo>
                  <a:cubicBezTo>
                    <a:pt x="2653" y="2351"/>
                    <a:pt x="2653" y="2491"/>
                    <a:pt x="2571" y="2573"/>
                  </a:cubicBezTo>
                  <a:cubicBezTo>
                    <a:pt x="2531" y="2613"/>
                    <a:pt x="2476" y="2637"/>
                    <a:pt x="2420" y="2637"/>
                  </a:cubicBezTo>
                  <a:cubicBezTo>
                    <a:pt x="2362" y="2637"/>
                    <a:pt x="2306" y="2613"/>
                    <a:pt x="2266" y="2573"/>
                  </a:cubicBezTo>
                  <a:lnTo>
                    <a:pt x="1740" y="2046"/>
                  </a:lnTo>
                  <a:cubicBezTo>
                    <a:pt x="1695" y="2001"/>
                    <a:pt x="1631" y="1975"/>
                    <a:pt x="1565" y="1975"/>
                  </a:cubicBezTo>
                  <a:cubicBezTo>
                    <a:pt x="1499" y="1975"/>
                    <a:pt x="1435" y="2001"/>
                    <a:pt x="1390" y="2046"/>
                  </a:cubicBezTo>
                  <a:lnTo>
                    <a:pt x="864" y="2573"/>
                  </a:lnTo>
                  <a:cubicBezTo>
                    <a:pt x="824" y="2613"/>
                    <a:pt x="768" y="2637"/>
                    <a:pt x="713" y="2637"/>
                  </a:cubicBezTo>
                  <a:cubicBezTo>
                    <a:pt x="654" y="2637"/>
                    <a:pt x="599" y="2613"/>
                    <a:pt x="559" y="2573"/>
                  </a:cubicBezTo>
                  <a:cubicBezTo>
                    <a:pt x="519" y="2533"/>
                    <a:pt x="496" y="2478"/>
                    <a:pt x="496" y="2420"/>
                  </a:cubicBezTo>
                  <a:cubicBezTo>
                    <a:pt x="496" y="2364"/>
                    <a:pt x="519" y="2308"/>
                    <a:pt x="559" y="2269"/>
                  </a:cubicBezTo>
                  <a:lnTo>
                    <a:pt x="1086" y="1742"/>
                  </a:lnTo>
                  <a:cubicBezTo>
                    <a:pt x="1181" y="1647"/>
                    <a:pt x="1181" y="1488"/>
                    <a:pt x="1086" y="1393"/>
                  </a:cubicBezTo>
                  <a:lnTo>
                    <a:pt x="559" y="866"/>
                  </a:lnTo>
                  <a:cubicBezTo>
                    <a:pt x="519" y="826"/>
                    <a:pt x="496" y="771"/>
                    <a:pt x="496" y="712"/>
                  </a:cubicBezTo>
                  <a:cubicBezTo>
                    <a:pt x="496" y="657"/>
                    <a:pt x="519" y="601"/>
                    <a:pt x="559" y="561"/>
                  </a:cubicBezTo>
                  <a:cubicBezTo>
                    <a:pt x="600" y="520"/>
                    <a:pt x="656" y="500"/>
                    <a:pt x="711" y="500"/>
                  </a:cubicBezTo>
                  <a:cubicBezTo>
                    <a:pt x="767" y="500"/>
                    <a:pt x="823" y="520"/>
                    <a:pt x="864" y="561"/>
                  </a:cubicBezTo>
                  <a:lnTo>
                    <a:pt x="1390" y="1088"/>
                  </a:lnTo>
                  <a:cubicBezTo>
                    <a:pt x="1438" y="1136"/>
                    <a:pt x="1501" y="1160"/>
                    <a:pt x="1565" y="1160"/>
                  </a:cubicBezTo>
                  <a:cubicBezTo>
                    <a:pt x="1629" y="1160"/>
                    <a:pt x="1692" y="1136"/>
                    <a:pt x="1740" y="1088"/>
                  </a:cubicBezTo>
                  <a:lnTo>
                    <a:pt x="2266" y="561"/>
                  </a:lnTo>
                  <a:cubicBezTo>
                    <a:pt x="2307" y="520"/>
                    <a:pt x="2363" y="500"/>
                    <a:pt x="2419" y="500"/>
                  </a:cubicBezTo>
                  <a:close/>
                  <a:moveTo>
                    <a:pt x="711" y="1"/>
                  </a:moveTo>
                  <a:cubicBezTo>
                    <a:pt x="529" y="1"/>
                    <a:pt x="347" y="70"/>
                    <a:pt x="207" y="209"/>
                  </a:cubicBezTo>
                  <a:cubicBezTo>
                    <a:pt x="72" y="347"/>
                    <a:pt x="1" y="524"/>
                    <a:pt x="1" y="712"/>
                  </a:cubicBezTo>
                  <a:cubicBezTo>
                    <a:pt x="1" y="900"/>
                    <a:pt x="72" y="1080"/>
                    <a:pt x="207" y="1215"/>
                  </a:cubicBezTo>
                  <a:lnTo>
                    <a:pt x="559" y="1567"/>
                  </a:lnTo>
                  <a:lnTo>
                    <a:pt x="207" y="1917"/>
                  </a:lnTo>
                  <a:cubicBezTo>
                    <a:pt x="75" y="2054"/>
                    <a:pt x="1" y="2232"/>
                    <a:pt x="1" y="2420"/>
                  </a:cubicBezTo>
                  <a:cubicBezTo>
                    <a:pt x="1" y="2610"/>
                    <a:pt x="72" y="2788"/>
                    <a:pt x="207" y="2923"/>
                  </a:cubicBezTo>
                  <a:cubicBezTo>
                    <a:pt x="345" y="3060"/>
                    <a:pt x="522" y="3132"/>
                    <a:pt x="713" y="3132"/>
                  </a:cubicBezTo>
                  <a:cubicBezTo>
                    <a:pt x="901" y="3132"/>
                    <a:pt x="1078" y="3060"/>
                    <a:pt x="1216" y="2923"/>
                  </a:cubicBezTo>
                  <a:lnTo>
                    <a:pt x="1565" y="2573"/>
                  </a:lnTo>
                  <a:lnTo>
                    <a:pt x="1914" y="2923"/>
                  </a:lnTo>
                  <a:cubicBezTo>
                    <a:pt x="2052" y="3060"/>
                    <a:pt x="2229" y="3132"/>
                    <a:pt x="2417" y="3132"/>
                  </a:cubicBezTo>
                  <a:cubicBezTo>
                    <a:pt x="2608" y="3132"/>
                    <a:pt x="2785" y="3060"/>
                    <a:pt x="2920" y="2923"/>
                  </a:cubicBezTo>
                  <a:cubicBezTo>
                    <a:pt x="3201" y="2645"/>
                    <a:pt x="3201" y="2195"/>
                    <a:pt x="2920" y="1917"/>
                  </a:cubicBezTo>
                  <a:lnTo>
                    <a:pt x="2571" y="1567"/>
                  </a:lnTo>
                  <a:lnTo>
                    <a:pt x="2920" y="1215"/>
                  </a:lnTo>
                  <a:cubicBezTo>
                    <a:pt x="3201" y="937"/>
                    <a:pt x="3201" y="487"/>
                    <a:pt x="2920" y="209"/>
                  </a:cubicBezTo>
                  <a:cubicBezTo>
                    <a:pt x="2781" y="70"/>
                    <a:pt x="2599" y="1"/>
                    <a:pt x="2417" y="1"/>
                  </a:cubicBezTo>
                  <a:cubicBezTo>
                    <a:pt x="2235" y="1"/>
                    <a:pt x="2053" y="70"/>
                    <a:pt x="1914" y="209"/>
                  </a:cubicBezTo>
                  <a:lnTo>
                    <a:pt x="1565" y="561"/>
                  </a:lnTo>
                  <a:lnTo>
                    <a:pt x="1216" y="209"/>
                  </a:lnTo>
                  <a:cubicBezTo>
                    <a:pt x="1075" y="70"/>
                    <a:pt x="893" y="1"/>
                    <a:pt x="7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1"/>
            <p:cNvSpPr/>
            <p:nvPr/>
          </p:nvSpPr>
          <p:spPr>
            <a:xfrm>
              <a:off x="2447375" y="3634125"/>
              <a:ext cx="85125" cy="66375"/>
            </a:xfrm>
            <a:custGeom>
              <a:rect b="b" l="l" r="r" t="t"/>
              <a:pathLst>
                <a:path extrusionOk="0" h="2655" w="3405">
                  <a:moveTo>
                    <a:pt x="2688" y="504"/>
                  </a:moveTo>
                  <a:cubicBezTo>
                    <a:pt x="2744" y="504"/>
                    <a:pt x="2799" y="525"/>
                    <a:pt x="2840" y="566"/>
                  </a:cubicBezTo>
                  <a:cubicBezTo>
                    <a:pt x="2880" y="606"/>
                    <a:pt x="2904" y="661"/>
                    <a:pt x="2904" y="719"/>
                  </a:cubicBezTo>
                  <a:cubicBezTo>
                    <a:pt x="2904" y="770"/>
                    <a:pt x="2880" y="825"/>
                    <a:pt x="2840" y="865"/>
                  </a:cubicBezTo>
                  <a:lnTo>
                    <a:pt x="1610" y="2096"/>
                  </a:lnTo>
                  <a:cubicBezTo>
                    <a:pt x="1570" y="2136"/>
                    <a:pt x="1514" y="2159"/>
                    <a:pt x="1459" y="2159"/>
                  </a:cubicBezTo>
                  <a:cubicBezTo>
                    <a:pt x="1403" y="2159"/>
                    <a:pt x="1350" y="2136"/>
                    <a:pt x="1305" y="2096"/>
                  </a:cubicBezTo>
                  <a:lnTo>
                    <a:pt x="556" y="1355"/>
                  </a:lnTo>
                  <a:cubicBezTo>
                    <a:pt x="516" y="1315"/>
                    <a:pt x="493" y="1262"/>
                    <a:pt x="493" y="1201"/>
                  </a:cubicBezTo>
                  <a:cubicBezTo>
                    <a:pt x="493" y="1146"/>
                    <a:pt x="516" y="1090"/>
                    <a:pt x="556" y="1050"/>
                  </a:cubicBezTo>
                  <a:cubicBezTo>
                    <a:pt x="598" y="1005"/>
                    <a:pt x="651" y="987"/>
                    <a:pt x="707" y="987"/>
                  </a:cubicBezTo>
                  <a:cubicBezTo>
                    <a:pt x="763" y="987"/>
                    <a:pt x="816" y="1005"/>
                    <a:pt x="861" y="1050"/>
                  </a:cubicBezTo>
                  <a:lnTo>
                    <a:pt x="1284" y="1469"/>
                  </a:lnTo>
                  <a:cubicBezTo>
                    <a:pt x="1332" y="1518"/>
                    <a:pt x="1395" y="1542"/>
                    <a:pt x="1459" y="1542"/>
                  </a:cubicBezTo>
                  <a:cubicBezTo>
                    <a:pt x="1522" y="1542"/>
                    <a:pt x="1586" y="1518"/>
                    <a:pt x="1633" y="1469"/>
                  </a:cubicBezTo>
                  <a:lnTo>
                    <a:pt x="2536" y="566"/>
                  </a:lnTo>
                  <a:cubicBezTo>
                    <a:pt x="2577" y="525"/>
                    <a:pt x="2633" y="504"/>
                    <a:pt x="2688" y="504"/>
                  </a:cubicBezTo>
                  <a:close/>
                  <a:moveTo>
                    <a:pt x="2690" y="0"/>
                  </a:moveTo>
                  <a:cubicBezTo>
                    <a:pt x="2508" y="0"/>
                    <a:pt x="2326" y="70"/>
                    <a:pt x="2187" y="209"/>
                  </a:cubicBezTo>
                  <a:lnTo>
                    <a:pt x="1459" y="942"/>
                  </a:lnTo>
                  <a:lnTo>
                    <a:pt x="1210" y="696"/>
                  </a:lnTo>
                  <a:cubicBezTo>
                    <a:pt x="1072" y="559"/>
                    <a:pt x="891" y="490"/>
                    <a:pt x="710" y="490"/>
                  </a:cubicBezTo>
                  <a:cubicBezTo>
                    <a:pt x="526" y="490"/>
                    <a:pt x="343" y="561"/>
                    <a:pt x="204" y="704"/>
                  </a:cubicBezTo>
                  <a:cubicBezTo>
                    <a:pt x="72" y="839"/>
                    <a:pt x="0" y="1016"/>
                    <a:pt x="0" y="1204"/>
                  </a:cubicBezTo>
                  <a:cubicBezTo>
                    <a:pt x="0" y="1394"/>
                    <a:pt x="74" y="1572"/>
                    <a:pt x="212" y="1707"/>
                  </a:cubicBezTo>
                  <a:lnTo>
                    <a:pt x="961" y="2448"/>
                  </a:lnTo>
                  <a:cubicBezTo>
                    <a:pt x="1093" y="2580"/>
                    <a:pt x="1273" y="2654"/>
                    <a:pt x="1461" y="2654"/>
                  </a:cubicBezTo>
                  <a:cubicBezTo>
                    <a:pt x="1649" y="2654"/>
                    <a:pt x="1829" y="2580"/>
                    <a:pt x="1964" y="2445"/>
                  </a:cubicBezTo>
                  <a:lnTo>
                    <a:pt x="3195" y="1214"/>
                  </a:lnTo>
                  <a:cubicBezTo>
                    <a:pt x="3330" y="1079"/>
                    <a:pt x="3404" y="899"/>
                    <a:pt x="3404" y="712"/>
                  </a:cubicBezTo>
                  <a:cubicBezTo>
                    <a:pt x="3404" y="524"/>
                    <a:pt x="3330" y="344"/>
                    <a:pt x="3195" y="209"/>
                  </a:cubicBezTo>
                  <a:cubicBezTo>
                    <a:pt x="3055" y="70"/>
                    <a:pt x="2872" y="0"/>
                    <a:pt x="2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2571700" y="3443525"/>
              <a:ext cx="12475" cy="12450"/>
            </a:xfrm>
            <a:custGeom>
              <a:rect b="b" l="l" r="r" t="t"/>
              <a:pathLst>
                <a:path extrusionOk="0" h="498" w="499">
                  <a:moveTo>
                    <a:pt x="250" y="0"/>
                  </a:moveTo>
                  <a:cubicBezTo>
                    <a:pt x="112" y="0"/>
                    <a:pt x="1" y="112"/>
                    <a:pt x="1" y="249"/>
                  </a:cubicBezTo>
                  <a:cubicBezTo>
                    <a:pt x="1" y="387"/>
                    <a:pt x="112" y="498"/>
                    <a:pt x="250" y="498"/>
                  </a:cubicBezTo>
                  <a:cubicBezTo>
                    <a:pt x="387" y="498"/>
                    <a:pt x="499" y="387"/>
                    <a:pt x="499" y="249"/>
                  </a:cubicBezTo>
                  <a:cubicBezTo>
                    <a:pt x="499" y="112"/>
                    <a:pt x="387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0" name="Google Shape;700;p31"/>
          <p:cNvGrpSpPr/>
          <p:nvPr/>
        </p:nvGrpSpPr>
        <p:grpSpPr>
          <a:xfrm>
            <a:off x="4908078" y="1594238"/>
            <a:ext cx="424525" cy="406875"/>
            <a:chOff x="2843825" y="3340075"/>
            <a:chExt cx="424525" cy="406875"/>
          </a:xfrm>
        </p:grpSpPr>
        <p:sp>
          <p:nvSpPr>
            <p:cNvPr id="701" name="Google Shape;701;p31"/>
            <p:cNvSpPr/>
            <p:nvPr/>
          </p:nvSpPr>
          <p:spPr>
            <a:xfrm>
              <a:off x="2849900" y="3700675"/>
              <a:ext cx="412475" cy="40050"/>
            </a:xfrm>
            <a:custGeom>
              <a:rect b="b" l="l" r="r" t="t"/>
              <a:pathLst>
                <a:path extrusionOk="0" h="1602" w="16499">
                  <a:moveTo>
                    <a:pt x="289" y="0"/>
                  </a:moveTo>
                  <a:cubicBezTo>
                    <a:pt x="122" y="0"/>
                    <a:pt x="1" y="149"/>
                    <a:pt x="32" y="310"/>
                  </a:cubicBezTo>
                  <a:cubicBezTo>
                    <a:pt x="170" y="1059"/>
                    <a:pt x="821" y="1602"/>
                    <a:pt x="1583" y="1602"/>
                  </a:cubicBezTo>
                  <a:lnTo>
                    <a:pt x="14911" y="1602"/>
                  </a:lnTo>
                  <a:cubicBezTo>
                    <a:pt x="15670" y="1602"/>
                    <a:pt x="16324" y="1062"/>
                    <a:pt x="16465" y="310"/>
                  </a:cubicBezTo>
                  <a:cubicBezTo>
                    <a:pt x="16499" y="149"/>
                    <a:pt x="16372" y="0"/>
                    <a:pt x="16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1"/>
            <p:cNvSpPr/>
            <p:nvPr/>
          </p:nvSpPr>
          <p:spPr>
            <a:xfrm>
              <a:off x="3186725" y="3700675"/>
              <a:ext cx="75600" cy="40050"/>
            </a:xfrm>
            <a:custGeom>
              <a:rect b="b" l="l" r="r" t="t"/>
              <a:pathLst>
                <a:path extrusionOk="0" h="1602" w="3024">
                  <a:moveTo>
                    <a:pt x="1295" y="0"/>
                  </a:moveTo>
                  <a:cubicBezTo>
                    <a:pt x="1459" y="0"/>
                    <a:pt x="1586" y="149"/>
                    <a:pt x="1554" y="310"/>
                  </a:cubicBezTo>
                  <a:cubicBezTo>
                    <a:pt x="1414" y="1059"/>
                    <a:pt x="760" y="1602"/>
                    <a:pt x="1" y="1602"/>
                  </a:cubicBezTo>
                  <a:lnTo>
                    <a:pt x="1438" y="1602"/>
                  </a:lnTo>
                  <a:cubicBezTo>
                    <a:pt x="2197" y="1602"/>
                    <a:pt x="2849" y="1059"/>
                    <a:pt x="2989" y="310"/>
                  </a:cubicBezTo>
                  <a:cubicBezTo>
                    <a:pt x="3023" y="151"/>
                    <a:pt x="2896" y="0"/>
                    <a:pt x="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1"/>
            <p:cNvSpPr/>
            <p:nvPr/>
          </p:nvSpPr>
          <p:spPr>
            <a:xfrm>
              <a:off x="2883850" y="3670750"/>
              <a:ext cx="344525" cy="30000"/>
            </a:xfrm>
            <a:custGeom>
              <a:rect b="b" l="l" r="r" t="t"/>
              <a:pathLst>
                <a:path extrusionOk="0" h="1200" w="13781">
                  <a:moveTo>
                    <a:pt x="0" y="1"/>
                  </a:moveTo>
                  <a:lnTo>
                    <a:pt x="0" y="1200"/>
                  </a:lnTo>
                  <a:lnTo>
                    <a:pt x="13780" y="1200"/>
                  </a:lnTo>
                  <a:lnTo>
                    <a:pt x="137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1"/>
            <p:cNvSpPr/>
            <p:nvPr/>
          </p:nvSpPr>
          <p:spPr>
            <a:xfrm>
              <a:off x="3192350" y="3670750"/>
              <a:ext cx="35950" cy="30000"/>
            </a:xfrm>
            <a:custGeom>
              <a:rect b="b" l="l" r="r" t="t"/>
              <a:pathLst>
                <a:path extrusionOk="0" h="1200" w="1438">
                  <a:moveTo>
                    <a:pt x="0" y="1"/>
                  </a:moveTo>
                  <a:lnTo>
                    <a:pt x="0" y="1200"/>
                  </a:lnTo>
                  <a:lnTo>
                    <a:pt x="1438" y="1200"/>
                  </a:lnTo>
                  <a:lnTo>
                    <a:pt x="14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1"/>
            <p:cNvSpPr/>
            <p:nvPr/>
          </p:nvSpPr>
          <p:spPr>
            <a:xfrm>
              <a:off x="2883775" y="3454300"/>
              <a:ext cx="344525" cy="216425"/>
            </a:xfrm>
            <a:custGeom>
              <a:rect b="b" l="l" r="r" t="t"/>
              <a:pathLst>
                <a:path extrusionOk="0" h="8657" w="13781">
                  <a:moveTo>
                    <a:pt x="737" y="1"/>
                  </a:moveTo>
                  <a:cubicBezTo>
                    <a:pt x="332" y="1"/>
                    <a:pt x="1" y="332"/>
                    <a:pt x="1" y="739"/>
                  </a:cubicBezTo>
                  <a:lnTo>
                    <a:pt x="1" y="8656"/>
                  </a:lnTo>
                  <a:lnTo>
                    <a:pt x="13781" y="8656"/>
                  </a:lnTo>
                  <a:lnTo>
                    <a:pt x="13781" y="739"/>
                  </a:lnTo>
                  <a:cubicBezTo>
                    <a:pt x="13781" y="332"/>
                    <a:pt x="13450" y="1"/>
                    <a:pt x="13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1"/>
            <p:cNvSpPr/>
            <p:nvPr/>
          </p:nvSpPr>
          <p:spPr>
            <a:xfrm>
              <a:off x="3173900" y="3454300"/>
              <a:ext cx="54400" cy="216425"/>
            </a:xfrm>
            <a:custGeom>
              <a:rect b="b" l="l" r="r" t="t"/>
              <a:pathLst>
                <a:path extrusionOk="0" h="8657" w="2176">
                  <a:moveTo>
                    <a:pt x="0" y="1"/>
                  </a:moveTo>
                  <a:cubicBezTo>
                    <a:pt x="408" y="1"/>
                    <a:pt x="738" y="332"/>
                    <a:pt x="738" y="739"/>
                  </a:cubicBezTo>
                  <a:lnTo>
                    <a:pt x="738" y="8656"/>
                  </a:lnTo>
                  <a:lnTo>
                    <a:pt x="2176" y="8656"/>
                  </a:lnTo>
                  <a:lnTo>
                    <a:pt x="2176" y="739"/>
                  </a:lnTo>
                  <a:cubicBezTo>
                    <a:pt x="2176" y="332"/>
                    <a:pt x="1845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1"/>
            <p:cNvSpPr/>
            <p:nvPr/>
          </p:nvSpPr>
          <p:spPr>
            <a:xfrm>
              <a:off x="2975225" y="3454300"/>
              <a:ext cx="116425" cy="107175"/>
            </a:xfrm>
            <a:custGeom>
              <a:rect b="b" l="l" r="r" t="t"/>
              <a:pathLst>
                <a:path extrusionOk="0" h="4287" w="4657">
                  <a:moveTo>
                    <a:pt x="1" y="1"/>
                  </a:moveTo>
                  <a:lnTo>
                    <a:pt x="1" y="1221"/>
                  </a:lnTo>
                  <a:cubicBezTo>
                    <a:pt x="1" y="1986"/>
                    <a:pt x="620" y="2608"/>
                    <a:pt x="1388" y="2608"/>
                  </a:cubicBezTo>
                  <a:lnTo>
                    <a:pt x="1491" y="2608"/>
                  </a:lnTo>
                  <a:lnTo>
                    <a:pt x="1491" y="4286"/>
                  </a:lnTo>
                  <a:lnTo>
                    <a:pt x="3167" y="4286"/>
                  </a:lnTo>
                  <a:lnTo>
                    <a:pt x="3167" y="2608"/>
                  </a:lnTo>
                  <a:lnTo>
                    <a:pt x="3270" y="2608"/>
                  </a:lnTo>
                  <a:cubicBezTo>
                    <a:pt x="4035" y="2608"/>
                    <a:pt x="4657" y="1989"/>
                    <a:pt x="4657" y="1221"/>
                  </a:cubicBezTo>
                  <a:lnTo>
                    <a:pt x="46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1"/>
            <p:cNvSpPr/>
            <p:nvPr/>
          </p:nvSpPr>
          <p:spPr>
            <a:xfrm>
              <a:off x="2916550" y="3561500"/>
              <a:ext cx="49650" cy="109275"/>
            </a:xfrm>
            <a:custGeom>
              <a:rect b="b" l="l" r="r" t="t"/>
              <a:pathLst>
                <a:path extrusionOk="0" h="4371" w="1986">
                  <a:moveTo>
                    <a:pt x="1152" y="1"/>
                  </a:moveTo>
                  <a:cubicBezTo>
                    <a:pt x="514" y="1"/>
                    <a:pt x="0" y="519"/>
                    <a:pt x="0" y="1155"/>
                  </a:cubicBezTo>
                  <a:lnTo>
                    <a:pt x="0" y="4371"/>
                  </a:lnTo>
                  <a:lnTo>
                    <a:pt x="1985" y="4371"/>
                  </a:lnTo>
                  <a:lnTo>
                    <a:pt x="1985" y="1"/>
                  </a:lnTo>
                  <a:lnTo>
                    <a:pt x="1157" y="1"/>
                  </a:lnTo>
                  <a:cubicBezTo>
                    <a:pt x="1155" y="1"/>
                    <a:pt x="1154" y="1"/>
                    <a:pt x="1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1"/>
            <p:cNvSpPr/>
            <p:nvPr/>
          </p:nvSpPr>
          <p:spPr>
            <a:xfrm>
              <a:off x="2947450" y="3346250"/>
              <a:ext cx="210850" cy="61750"/>
            </a:xfrm>
            <a:custGeom>
              <a:rect b="b" l="l" r="r" t="t"/>
              <a:pathLst>
                <a:path extrusionOk="0" h="2470" w="8434">
                  <a:moveTo>
                    <a:pt x="4217" y="0"/>
                  </a:moveTo>
                  <a:cubicBezTo>
                    <a:pt x="4046" y="0"/>
                    <a:pt x="3875" y="32"/>
                    <a:pt x="3714" y="96"/>
                  </a:cubicBezTo>
                  <a:lnTo>
                    <a:pt x="199" y="1438"/>
                  </a:lnTo>
                  <a:cubicBezTo>
                    <a:pt x="0" y="1514"/>
                    <a:pt x="40" y="1806"/>
                    <a:pt x="249" y="1824"/>
                  </a:cubicBezTo>
                  <a:lnTo>
                    <a:pt x="1890" y="1994"/>
                  </a:lnTo>
                  <a:lnTo>
                    <a:pt x="4219" y="2470"/>
                  </a:lnTo>
                  <a:lnTo>
                    <a:pt x="6549" y="1994"/>
                  </a:lnTo>
                  <a:lnTo>
                    <a:pt x="8190" y="1824"/>
                  </a:lnTo>
                  <a:cubicBezTo>
                    <a:pt x="8394" y="1806"/>
                    <a:pt x="8433" y="1514"/>
                    <a:pt x="8235" y="1438"/>
                  </a:cubicBezTo>
                  <a:lnTo>
                    <a:pt x="4722" y="96"/>
                  </a:lnTo>
                  <a:cubicBezTo>
                    <a:pt x="4560" y="32"/>
                    <a:pt x="4388" y="0"/>
                    <a:pt x="4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1"/>
            <p:cNvSpPr/>
            <p:nvPr/>
          </p:nvSpPr>
          <p:spPr>
            <a:xfrm>
              <a:off x="3043125" y="3346275"/>
              <a:ext cx="115175" cy="47700"/>
            </a:xfrm>
            <a:custGeom>
              <a:rect b="b" l="l" r="r" t="t"/>
              <a:pathLst>
                <a:path extrusionOk="0" h="1908" w="4607">
                  <a:moveTo>
                    <a:pt x="392" y="1"/>
                  </a:moveTo>
                  <a:cubicBezTo>
                    <a:pt x="261" y="1"/>
                    <a:pt x="129" y="20"/>
                    <a:pt x="1" y="58"/>
                  </a:cubicBezTo>
                  <a:cubicBezTo>
                    <a:pt x="40" y="71"/>
                    <a:pt x="77" y="84"/>
                    <a:pt x="117" y="97"/>
                  </a:cubicBezTo>
                  <a:lnTo>
                    <a:pt x="3542" y="1408"/>
                  </a:lnTo>
                  <a:cubicBezTo>
                    <a:pt x="3791" y="1500"/>
                    <a:pt x="3886" y="1876"/>
                    <a:pt x="3600" y="1908"/>
                  </a:cubicBezTo>
                  <a:lnTo>
                    <a:pt x="4360" y="1828"/>
                  </a:lnTo>
                  <a:cubicBezTo>
                    <a:pt x="4567" y="1805"/>
                    <a:pt x="4606" y="1513"/>
                    <a:pt x="4408" y="1439"/>
                  </a:cubicBezTo>
                  <a:lnTo>
                    <a:pt x="895" y="97"/>
                  </a:lnTo>
                  <a:cubicBezTo>
                    <a:pt x="732" y="33"/>
                    <a:pt x="562" y="1"/>
                    <a:pt x="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1"/>
            <p:cNvSpPr/>
            <p:nvPr/>
          </p:nvSpPr>
          <p:spPr>
            <a:xfrm>
              <a:off x="2994750" y="3422875"/>
              <a:ext cx="116425" cy="96650"/>
            </a:xfrm>
            <a:custGeom>
              <a:rect b="b" l="l" r="r" t="t"/>
              <a:pathLst>
                <a:path extrusionOk="0" h="3866" w="4657">
                  <a:moveTo>
                    <a:pt x="1" y="1"/>
                  </a:moveTo>
                  <a:lnTo>
                    <a:pt x="1" y="2478"/>
                  </a:lnTo>
                  <a:cubicBezTo>
                    <a:pt x="1" y="3243"/>
                    <a:pt x="620" y="3865"/>
                    <a:pt x="1388" y="3865"/>
                  </a:cubicBezTo>
                  <a:lnTo>
                    <a:pt x="3267" y="3865"/>
                  </a:lnTo>
                  <a:cubicBezTo>
                    <a:pt x="4032" y="3865"/>
                    <a:pt x="4651" y="3246"/>
                    <a:pt x="4657" y="2478"/>
                  </a:cubicBezTo>
                  <a:lnTo>
                    <a:pt x="4657" y="1"/>
                  </a:lnTo>
                  <a:close/>
                </a:path>
              </a:pathLst>
            </a:custGeom>
            <a:solidFill>
              <a:srgbClr val="FFE5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1"/>
            <p:cNvSpPr/>
            <p:nvPr/>
          </p:nvSpPr>
          <p:spPr>
            <a:xfrm>
              <a:off x="3056950" y="3422875"/>
              <a:ext cx="54100" cy="96650"/>
            </a:xfrm>
            <a:custGeom>
              <a:rect b="b" l="l" r="r" t="t"/>
              <a:pathLst>
                <a:path extrusionOk="0" h="3866" w="2164">
                  <a:moveTo>
                    <a:pt x="1388" y="1"/>
                  </a:moveTo>
                  <a:lnTo>
                    <a:pt x="1388" y="2478"/>
                  </a:lnTo>
                  <a:cubicBezTo>
                    <a:pt x="1388" y="3246"/>
                    <a:pt x="766" y="3865"/>
                    <a:pt x="1" y="3865"/>
                  </a:cubicBezTo>
                  <a:lnTo>
                    <a:pt x="779" y="3865"/>
                  </a:lnTo>
                  <a:cubicBezTo>
                    <a:pt x="1547" y="3865"/>
                    <a:pt x="2163" y="3243"/>
                    <a:pt x="2163" y="2478"/>
                  </a:cubicBezTo>
                  <a:lnTo>
                    <a:pt x="2163" y="1"/>
                  </a:lnTo>
                  <a:close/>
                </a:path>
              </a:pathLst>
            </a:custGeom>
            <a:solidFill>
              <a:srgbClr val="FFE5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1"/>
            <p:cNvSpPr/>
            <p:nvPr/>
          </p:nvSpPr>
          <p:spPr>
            <a:xfrm>
              <a:off x="3031875" y="3519500"/>
              <a:ext cx="41975" cy="41975"/>
            </a:xfrm>
            <a:custGeom>
              <a:rect b="b" l="l" r="r" t="t"/>
              <a:pathLst>
                <a:path extrusionOk="0" h="1679" w="1679">
                  <a:moveTo>
                    <a:pt x="1" y="0"/>
                  </a:moveTo>
                  <a:lnTo>
                    <a:pt x="1" y="1678"/>
                  </a:lnTo>
                  <a:lnTo>
                    <a:pt x="1679" y="1678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rgbClr val="FFE5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1"/>
            <p:cNvSpPr/>
            <p:nvPr/>
          </p:nvSpPr>
          <p:spPr>
            <a:xfrm>
              <a:off x="3054375" y="3519500"/>
              <a:ext cx="19475" cy="41975"/>
            </a:xfrm>
            <a:custGeom>
              <a:rect b="b" l="l" r="r" t="t"/>
              <a:pathLst>
                <a:path extrusionOk="0" h="1679" w="779">
                  <a:moveTo>
                    <a:pt x="1" y="0"/>
                  </a:moveTo>
                  <a:lnTo>
                    <a:pt x="1" y="1678"/>
                  </a:lnTo>
                  <a:lnTo>
                    <a:pt x="779" y="1678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FFE5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2985700" y="3561450"/>
              <a:ext cx="134475" cy="109275"/>
            </a:xfrm>
            <a:custGeom>
              <a:rect b="b" l="l" r="r" t="t"/>
              <a:pathLst>
                <a:path extrusionOk="0" h="4371" w="5379">
                  <a:moveTo>
                    <a:pt x="0" y="0"/>
                  </a:moveTo>
                  <a:lnTo>
                    <a:pt x="0" y="4370"/>
                  </a:lnTo>
                  <a:lnTo>
                    <a:pt x="5379" y="4370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3100625" y="3561450"/>
              <a:ext cx="19500" cy="109275"/>
            </a:xfrm>
            <a:custGeom>
              <a:rect b="b" l="l" r="r" t="t"/>
              <a:pathLst>
                <a:path extrusionOk="0" h="4371" w="780">
                  <a:moveTo>
                    <a:pt x="1" y="0"/>
                  </a:moveTo>
                  <a:lnTo>
                    <a:pt x="1" y="4370"/>
                  </a:lnTo>
                  <a:lnTo>
                    <a:pt x="779" y="4370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2936050" y="3561450"/>
              <a:ext cx="49675" cy="109275"/>
            </a:xfrm>
            <a:custGeom>
              <a:rect b="b" l="l" r="r" t="t"/>
              <a:pathLst>
                <a:path extrusionOk="0" h="4371" w="1987">
                  <a:moveTo>
                    <a:pt x="1158" y="0"/>
                  </a:moveTo>
                  <a:cubicBezTo>
                    <a:pt x="514" y="0"/>
                    <a:pt x="1" y="516"/>
                    <a:pt x="1" y="1154"/>
                  </a:cubicBezTo>
                  <a:lnTo>
                    <a:pt x="1" y="4370"/>
                  </a:lnTo>
                  <a:lnTo>
                    <a:pt x="1986" y="4370"/>
                  </a:lnTo>
                  <a:lnTo>
                    <a:pt x="19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2966175" y="3561450"/>
              <a:ext cx="19400" cy="109275"/>
            </a:xfrm>
            <a:custGeom>
              <a:rect b="b" l="l" r="r" t="t"/>
              <a:pathLst>
                <a:path extrusionOk="0" h="4371" w="776">
                  <a:moveTo>
                    <a:pt x="0" y="0"/>
                  </a:moveTo>
                  <a:lnTo>
                    <a:pt x="0" y="4370"/>
                  </a:lnTo>
                  <a:lnTo>
                    <a:pt x="776" y="4370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1"/>
            <p:cNvSpPr/>
            <p:nvPr/>
          </p:nvSpPr>
          <p:spPr>
            <a:xfrm>
              <a:off x="3120150" y="3561500"/>
              <a:ext cx="49650" cy="109275"/>
            </a:xfrm>
            <a:custGeom>
              <a:rect b="b" l="l" r="r" t="t"/>
              <a:pathLst>
                <a:path extrusionOk="0" h="4371" w="1986">
                  <a:moveTo>
                    <a:pt x="837" y="1"/>
                  </a:moveTo>
                  <a:cubicBezTo>
                    <a:pt x="835" y="1"/>
                    <a:pt x="833" y="1"/>
                    <a:pt x="832" y="1"/>
                  </a:cubicBezTo>
                  <a:lnTo>
                    <a:pt x="1" y="1"/>
                  </a:lnTo>
                  <a:lnTo>
                    <a:pt x="1" y="4371"/>
                  </a:lnTo>
                  <a:lnTo>
                    <a:pt x="1986" y="4371"/>
                  </a:lnTo>
                  <a:lnTo>
                    <a:pt x="1986" y="1155"/>
                  </a:lnTo>
                  <a:cubicBezTo>
                    <a:pt x="1986" y="519"/>
                    <a:pt x="1470" y="1"/>
                    <a:pt x="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1"/>
            <p:cNvSpPr/>
            <p:nvPr/>
          </p:nvSpPr>
          <p:spPr>
            <a:xfrm>
              <a:off x="3121400" y="3561450"/>
              <a:ext cx="48400" cy="109275"/>
            </a:xfrm>
            <a:custGeom>
              <a:rect b="b" l="l" r="r" t="t"/>
              <a:pathLst>
                <a:path extrusionOk="0" h="4371" w="1936">
                  <a:moveTo>
                    <a:pt x="1" y="0"/>
                  </a:moveTo>
                  <a:cubicBezTo>
                    <a:pt x="639" y="0"/>
                    <a:pt x="1158" y="516"/>
                    <a:pt x="1158" y="1154"/>
                  </a:cubicBezTo>
                  <a:lnTo>
                    <a:pt x="1158" y="4370"/>
                  </a:lnTo>
                  <a:lnTo>
                    <a:pt x="1936" y="4370"/>
                  </a:lnTo>
                  <a:lnTo>
                    <a:pt x="1936" y="1154"/>
                  </a:lnTo>
                  <a:cubicBezTo>
                    <a:pt x="1936" y="519"/>
                    <a:pt x="1417" y="0"/>
                    <a:pt x="7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2964850" y="3561450"/>
              <a:ext cx="175975" cy="63875"/>
            </a:xfrm>
            <a:custGeom>
              <a:rect b="b" l="l" r="r" t="t"/>
              <a:pathLst>
                <a:path extrusionOk="0" h="2555" w="7039">
                  <a:moveTo>
                    <a:pt x="0" y="0"/>
                  </a:moveTo>
                  <a:cubicBezTo>
                    <a:pt x="0" y="1411"/>
                    <a:pt x="1144" y="2554"/>
                    <a:pt x="2555" y="2554"/>
                  </a:cubicBezTo>
                  <a:lnTo>
                    <a:pt x="4487" y="2554"/>
                  </a:lnTo>
                  <a:cubicBezTo>
                    <a:pt x="5898" y="2554"/>
                    <a:pt x="7039" y="1408"/>
                    <a:pt x="70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3044325" y="3561450"/>
              <a:ext cx="96500" cy="63875"/>
            </a:xfrm>
            <a:custGeom>
              <a:rect b="b" l="l" r="r" t="t"/>
              <a:pathLst>
                <a:path extrusionOk="0" h="2555" w="3860">
                  <a:moveTo>
                    <a:pt x="2555" y="0"/>
                  </a:moveTo>
                  <a:cubicBezTo>
                    <a:pt x="2555" y="1408"/>
                    <a:pt x="1411" y="2554"/>
                    <a:pt x="0" y="2554"/>
                  </a:cubicBezTo>
                  <a:lnTo>
                    <a:pt x="1308" y="2554"/>
                  </a:lnTo>
                  <a:cubicBezTo>
                    <a:pt x="2716" y="2554"/>
                    <a:pt x="3860" y="1411"/>
                    <a:pt x="38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2988000" y="3561450"/>
              <a:ext cx="129675" cy="40725"/>
            </a:xfrm>
            <a:custGeom>
              <a:rect b="b" l="l" r="r" t="t"/>
              <a:pathLst>
                <a:path extrusionOk="0" h="1629" w="5187">
                  <a:moveTo>
                    <a:pt x="1" y="0"/>
                  </a:moveTo>
                  <a:cubicBezTo>
                    <a:pt x="1" y="898"/>
                    <a:pt x="731" y="1628"/>
                    <a:pt x="1629" y="1628"/>
                  </a:cubicBezTo>
                  <a:lnTo>
                    <a:pt x="3561" y="1628"/>
                  </a:lnTo>
                  <a:cubicBezTo>
                    <a:pt x="4456" y="1628"/>
                    <a:pt x="5186" y="898"/>
                    <a:pt x="5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3097650" y="3561450"/>
              <a:ext cx="20025" cy="35025"/>
            </a:xfrm>
            <a:custGeom>
              <a:rect b="b" l="l" r="r" t="t"/>
              <a:pathLst>
                <a:path extrusionOk="0" h="1401" w="801">
                  <a:moveTo>
                    <a:pt x="422" y="0"/>
                  </a:moveTo>
                  <a:cubicBezTo>
                    <a:pt x="422" y="516"/>
                    <a:pt x="265" y="995"/>
                    <a:pt x="1" y="1400"/>
                  </a:cubicBezTo>
                  <a:cubicBezTo>
                    <a:pt x="480" y="1117"/>
                    <a:pt x="800" y="596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1"/>
            <p:cNvSpPr/>
            <p:nvPr/>
          </p:nvSpPr>
          <p:spPr>
            <a:xfrm>
              <a:off x="2994700" y="3396150"/>
              <a:ext cx="116350" cy="26750"/>
            </a:xfrm>
            <a:custGeom>
              <a:rect b="b" l="l" r="r" t="t"/>
              <a:pathLst>
                <a:path extrusionOk="0" h="1070" w="4654">
                  <a:moveTo>
                    <a:pt x="0" y="0"/>
                  </a:moveTo>
                  <a:lnTo>
                    <a:pt x="0" y="1070"/>
                  </a:lnTo>
                  <a:lnTo>
                    <a:pt x="4653" y="1070"/>
                  </a:lnTo>
                  <a:lnTo>
                    <a:pt x="46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1"/>
            <p:cNvSpPr/>
            <p:nvPr/>
          </p:nvSpPr>
          <p:spPr>
            <a:xfrm>
              <a:off x="3091625" y="3396150"/>
              <a:ext cx="19425" cy="26750"/>
            </a:xfrm>
            <a:custGeom>
              <a:rect b="b" l="l" r="r" t="t"/>
              <a:pathLst>
                <a:path extrusionOk="0" h="1070" w="777">
                  <a:moveTo>
                    <a:pt x="1" y="0"/>
                  </a:moveTo>
                  <a:lnTo>
                    <a:pt x="1" y="1070"/>
                  </a:lnTo>
                  <a:lnTo>
                    <a:pt x="776" y="1070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1"/>
            <p:cNvSpPr/>
            <p:nvPr/>
          </p:nvSpPr>
          <p:spPr>
            <a:xfrm>
              <a:off x="2854525" y="3426225"/>
              <a:ext cx="75075" cy="70200"/>
            </a:xfrm>
            <a:custGeom>
              <a:rect b="b" l="l" r="r" t="t"/>
              <a:pathLst>
                <a:path extrusionOk="0" h="2808" w="3003">
                  <a:moveTo>
                    <a:pt x="1064" y="0"/>
                  </a:moveTo>
                  <a:cubicBezTo>
                    <a:pt x="898" y="0"/>
                    <a:pt x="740" y="123"/>
                    <a:pt x="724" y="314"/>
                  </a:cubicBezTo>
                  <a:cubicBezTo>
                    <a:pt x="710" y="478"/>
                    <a:pt x="578" y="610"/>
                    <a:pt x="411" y="624"/>
                  </a:cubicBezTo>
                  <a:cubicBezTo>
                    <a:pt x="136" y="647"/>
                    <a:pt x="1" y="973"/>
                    <a:pt x="181" y="1185"/>
                  </a:cubicBezTo>
                  <a:cubicBezTo>
                    <a:pt x="289" y="1309"/>
                    <a:pt x="289" y="1497"/>
                    <a:pt x="181" y="1624"/>
                  </a:cubicBezTo>
                  <a:cubicBezTo>
                    <a:pt x="1" y="1836"/>
                    <a:pt x="133" y="2159"/>
                    <a:pt x="411" y="2183"/>
                  </a:cubicBezTo>
                  <a:cubicBezTo>
                    <a:pt x="578" y="2196"/>
                    <a:pt x="710" y="2328"/>
                    <a:pt x="724" y="2495"/>
                  </a:cubicBezTo>
                  <a:cubicBezTo>
                    <a:pt x="740" y="2683"/>
                    <a:pt x="898" y="2806"/>
                    <a:pt x="1064" y="2806"/>
                  </a:cubicBezTo>
                  <a:cubicBezTo>
                    <a:pt x="1139" y="2806"/>
                    <a:pt x="1216" y="2781"/>
                    <a:pt x="1282" y="2725"/>
                  </a:cubicBezTo>
                  <a:cubicBezTo>
                    <a:pt x="1346" y="2671"/>
                    <a:pt x="1424" y="2644"/>
                    <a:pt x="1503" y="2644"/>
                  </a:cubicBezTo>
                  <a:cubicBezTo>
                    <a:pt x="1581" y="2644"/>
                    <a:pt x="1659" y="2671"/>
                    <a:pt x="1721" y="2725"/>
                  </a:cubicBezTo>
                  <a:cubicBezTo>
                    <a:pt x="1788" y="2782"/>
                    <a:pt x="1866" y="2808"/>
                    <a:pt x="1942" y="2808"/>
                  </a:cubicBezTo>
                  <a:cubicBezTo>
                    <a:pt x="2108" y="2808"/>
                    <a:pt x="2266" y="2685"/>
                    <a:pt x="2283" y="2495"/>
                  </a:cubicBezTo>
                  <a:cubicBezTo>
                    <a:pt x="2296" y="2328"/>
                    <a:pt x="2428" y="2196"/>
                    <a:pt x="2592" y="2183"/>
                  </a:cubicBezTo>
                  <a:cubicBezTo>
                    <a:pt x="2868" y="2159"/>
                    <a:pt x="3003" y="1836"/>
                    <a:pt x="2825" y="1624"/>
                  </a:cubicBezTo>
                  <a:cubicBezTo>
                    <a:pt x="2714" y="1497"/>
                    <a:pt x="2714" y="1309"/>
                    <a:pt x="2825" y="1185"/>
                  </a:cubicBezTo>
                  <a:cubicBezTo>
                    <a:pt x="3003" y="973"/>
                    <a:pt x="2870" y="647"/>
                    <a:pt x="2592" y="624"/>
                  </a:cubicBezTo>
                  <a:cubicBezTo>
                    <a:pt x="2428" y="610"/>
                    <a:pt x="2296" y="478"/>
                    <a:pt x="2283" y="314"/>
                  </a:cubicBezTo>
                  <a:cubicBezTo>
                    <a:pt x="2266" y="124"/>
                    <a:pt x="2106" y="1"/>
                    <a:pt x="1939" y="1"/>
                  </a:cubicBezTo>
                  <a:cubicBezTo>
                    <a:pt x="1864" y="1"/>
                    <a:pt x="1787" y="26"/>
                    <a:pt x="1721" y="81"/>
                  </a:cubicBezTo>
                  <a:cubicBezTo>
                    <a:pt x="1658" y="134"/>
                    <a:pt x="1580" y="160"/>
                    <a:pt x="1502" y="160"/>
                  </a:cubicBezTo>
                  <a:cubicBezTo>
                    <a:pt x="1424" y="160"/>
                    <a:pt x="1346" y="134"/>
                    <a:pt x="1282" y="81"/>
                  </a:cubicBezTo>
                  <a:cubicBezTo>
                    <a:pt x="1216" y="26"/>
                    <a:pt x="1139" y="0"/>
                    <a:pt x="10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1"/>
            <p:cNvSpPr/>
            <p:nvPr/>
          </p:nvSpPr>
          <p:spPr>
            <a:xfrm>
              <a:off x="2890200" y="3426300"/>
              <a:ext cx="39475" cy="70175"/>
            </a:xfrm>
            <a:custGeom>
              <a:rect b="b" l="l" r="r" t="t"/>
              <a:pathLst>
                <a:path extrusionOk="0" h="2807" w="1579">
                  <a:moveTo>
                    <a:pt x="519" y="1"/>
                  </a:moveTo>
                  <a:cubicBezTo>
                    <a:pt x="443" y="1"/>
                    <a:pt x="364" y="27"/>
                    <a:pt x="297" y="83"/>
                  </a:cubicBezTo>
                  <a:cubicBezTo>
                    <a:pt x="234" y="137"/>
                    <a:pt x="157" y="164"/>
                    <a:pt x="79" y="164"/>
                  </a:cubicBezTo>
                  <a:cubicBezTo>
                    <a:pt x="53" y="164"/>
                    <a:pt x="26" y="161"/>
                    <a:pt x="1" y="155"/>
                  </a:cubicBezTo>
                  <a:lnTo>
                    <a:pt x="1" y="155"/>
                  </a:lnTo>
                  <a:cubicBezTo>
                    <a:pt x="30" y="200"/>
                    <a:pt x="51" y="253"/>
                    <a:pt x="56" y="314"/>
                  </a:cubicBezTo>
                  <a:cubicBezTo>
                    <a:pt x="69" y="480"/>
                    <a:pt x="202" y="613"/>
                    <a:pt x="369" y="626"/>
                  </a:cubicBezTo>
                  <a:cubicBezTo>
                    <a:pt x="646" y="647"/>
                    <a:pt x="779" y="973"/>
                    <a:pt x="599" y="1184"/>
                  </a:cubicBezTo>
                  <a:cubicBezTo>
                    <a:pt x="490" y="1309"/>
                    <a:pt x="490" y="1499"/>
                    <a:pt x="599" y="1624"/>
                  </a:cubicBezTo>
                  <a:cubicBezTo>
                    <a:pt x="779" y="1836"/>
                    <a:pt x="644" y="2161"/>
                    <a:pt x="369" y="2182"/>
                  </a:cubicBezTo>
                  <a:cubicBezTo>
                    <a:pt x="202" y="2195"/>
                    <a:pt x="69" y="2328"/>
                    <a:pt x="56" y="2495"/>
                  </a:cubicBezTo>
                  <a:cubicBezTo>
                    <a:pt x="51" y="2558"/>
                    <a:pt x="30" y="2611"/>
                    <a:pt x="1" y="2653"/>
                  </a:cubicBezTo>
                  <a:cubicBezTo>
                    <a:pt x="26" y="2647"/>
                    <a:pt x="53" y="2644"/>
                    <a:pt x="79" y="2644"/>
                  </a:cubicBezTo>
                  <a:cubicBezTo>
                    <a:pt x="157" y="2644"/>
                    <a:pt x="234" y="2671"/>
                    <a:pt x="297" y="2725"/>
                  </a:cubicBezTo>
                  <a:cubicBezTo>
                    <a:pt x="364" y="2781"/>
                    <a:pt x="442" y="2807"/>
                    <a:pt x="518" y="2807"/>
                  </a:cubicBezTo>
                  <a:cubicBezTo>
                    <a:pt x="684" y="2807"/>
                    <a:pt x="842" y="2684"/>
                    <a:pt x="858" y="2495"/>
                  </a:cubicBezTo>
                  <a:cubicBezTo>
                    <a:pt x="871" y="2328"/>
                    <a:pt x="1004" y="2195"/>
                    <a:pt x="1168" y="2182"/>
                  </a:cubicBezTo>
                  <a:cubicBezTo>
                    <a:pt x="1446" y="2161"/>
                    <a:pt x="1578" y="1836"/>
                    <a:pt x="1401" y="1624"/>
                  </a:cubicBezTo>
                  <a:cubicBezTo>
                    <a:pt x="1292" y="1494"/>
                    <a:pt x="1292" y="1309"/>
                    <a:pt x="1401" y="1184"/>
                  </a:cubicBezTo>
                  <a:cubicBezTo>
                    <a:pt x="1578" y="973"/>
                    <a:pt x="1443" y="647"/>
                    <a:pt x="1168" y="626"/>
                  </a:cubicBezTo>
                  <a:cubicBezTo>
                    <a:pt x="1004" y="613"/>
                    <a:pt x="871" y="480"/>
                    <a:pt x="858" y="314"/>
                  </a:cubicBezTo>
                  <a:cubicBezTo>
                    <a:pt x="842" y="123"/>
                    <a:pt x="685" y="1"/>
                    <a:pt x="5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1"/>
            <p:cNvSpPr/>
            <p:nvPr/>
          </p:nvSpPr>
          <p:spPr>
            <a:xfrm>
              <a:off x="3005950" y="3700675"/>
              <a:ext cx="100400" cy="40050"/>
            </a:xfrm>
            <a:custGeom>
              <a:rect b="b" l="l" r="r" t="t"/>
              <a:pathLst>
                <a:path extrusionOk="0" h="1602" w="4016">
                  <a:moveTo>
                    <a:pt x="0" y="0"/>
                  </a:moveTo>
                  <a:lnTo>
                    <a:pt x="0" y="670"/>
                  </a:lnTo>
                  <a:cubicBezTo>
                    <a:pt x="0" y="1184"/>
                    <a:pt x="416" y="1602"/>
                    <a:pt x="929" y="1602"/>
                  </a:cubicBezTo>
                  <a:lnTo>
                    <a:pt x="3084" y="1602"/>
                  </a:lnTo>
                  <a:cubicBezTo>
                    <a:pt x="3597" y="1602"/>
                    <a:pt x="4013" y="1184"/>
                    <a:pt x="4015" y="670"/>
                  </a:cubicBezTo>
                  <a:lnTo>
                    <a:pt x="40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1"/>
            <p:cNvSpPr/>
            <p:nvPr/>
          </p:nvSpPr>
          <p:spPr>
            <a:xfrm>
              <a:off x="3061250" y="3700675"/>
              <a:ext cx="45025" cy="40050"/>
            </a:xfrm>
            <a:custGeom>
              <a:rect b="b" l="l" r="r" t="t"/>
              <a:pathLst>
                <a:path extrusionOk="0" h="1602" w="1801">
                  <a:moveTo>
                    <a:pt x="930" y="0"/>
                  </a:moveTo>
                  <a:lnTo>
                    <a:pt x="930" y="670"/>
                  </a:lnTo>
                  <a:cubicBezTo>
                    <a:pt x="930" y="1184"/>
                    <a:pt x="514" y="1602"/>
                    <a:pt x="1" y="1602"/>
                  </a:cubicBezTo>
                  <a:lnTo>
                    <a:pt x="872" y="1602"/>
                  </a:lnTo>
                  <a:cubicBezTo>
                    <a:pt x="1385" y="1602"/>
                    <a:pt x="1801" y="1184"/>
                    <a:pt x="1801" y="670"/>
                  </a:cubicBezTo>
                  <a:lnTo>
                    <a:pt x="18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1"/>
            <p:cNvSpPr/>
            <p:nvPr/>
          </p:nvSpPr>
          <p:spPr>
            <a:xfrm>
              <a:off x="2843825" y="3340075"/>
              <a:ext cx="424525" cy="406875"/>
            </a:xfrm>
            <a:custGeom>
              <a:rect b="b" l="l" r="r" t="t"/>
              <a:pathLst>
                <a:path extrusionOk="0" h="16275" w="16981">
                  <a:moveTo>
                    <a:pt x="8363" y="496"/>
                  </a:moveTo>
                  <a:cubicBezTo>
                    <a:pt x="8503" y="496"/>
                    <a:pt x="8644" y="521"/>
                    <a:pt x="8777" y="573"/>
                  </a:cubicBezTo>
                  <a:lnTo>
                    <a:pt x="12110" y="1846"/>
                  </a:lnTo>
                  <a:lnTo>
                    <a:pt x="10675" y="1997"/>
                  </a:lnTo>
                  <a:lnTo>
                    <a:pt x="6043" y="1997"/>
                  </a:lnTo>
                  <a:lnTo>
                    <a:pt x="4611" y="1846"/>
                  </a:lnTo>
                  <a:lnTo>
                    <a:pt x="7946" y="573"/>
                  </a:lnTo>
                  <a:cubicBezTo>
                    <a:pt x="8081" y="521"/>
                    <a:pt x="8222" y="496"/>
                    <a:pt x="8363" y="496"/>
                  </a:cubicBezTo>
                  <a:close/>
                  <a:moveTo>
                    <a:pt x="10442" y="2492"/>
                  </a:moveTo>
                  <a:lnTo>
                    <a:pt x="10442" y="3064"/>
                  </a:lnTo>
                  <a:lnTo>
                    <a:pt x="6284" y="3064"/>
                  </a:lnTo>
                  <a:lnTo>
                    <a:pt x="6284" y="2492"/>
                  </a:lnTo>
                  <a:close/>
                  <a:moveTo>
                    <a:pt x="12128" y="2346"/>
                  </a:moveTo>
                  <a:lnTo>
                    <a:pt x="12128" y="4326"/>
                  </a:lnTo>
                  <a:lnTo>
                    <a:pt x="10937" y="4326"/>
                  </a:lnTo>
                  <a:lnTo>
                    <a:pt x="10937" y="2468"/>
                  </a:lnTo>
                  <a:lnTo>
                    <a:pt x="12128" y="2346"/>
                  </a:lnTo>
                  <a:close/>
                  <a:moveTo>
                    <a:pt x="2367" y="3693"/>
                  </a:moveTo>
                  <a:cubicBezTo>
                    <a:pt x="2382" y="3693"/>
                    <a:pt x="2395" y="3697"/>
                    <a:pt x="2404" y="3699"/>
                  </a:cubicBezTo>
                  <a:cubicBezTo>
                    <a:pt x="2425" y="3707"/>
                    <a:pt x="2456" y="3731"/>
                    <a:pt x="2462" y="3778"/>
                  </a:cubicBezTo>
                  <a:cubicBezTo>
                    <a:pt x="2483" y="4067"/>
                    <a:pt x="2713" y="4295"/>
                    <a:pt x="2999" y="4318"/>
                  </a:cubicBezTo>
                  <a:cubicBezTo>
                    <a:pt x="3049" y="4321"/>
                    <a:pt x="3071" y="4355"/>
                    <a:pt x="3078" y="4374"/>
                  </a:cubicBezTo>
                  <a:cubicBezTo>
                    <a:pt x="3089" y="4395"/>
                    <a:pt x="3097" y="4435"/>
                    <a:pt x="3063" y="4472"/>
                  </a:cubicBezTo>
                  <a:cubicBezTo>
                    <a:pt x="2877" y="4692"/>
                    <a:pt x="2877" y="5009"/>
                    <a:pt x="3063" y="5232"/>
                  </a:cubicBezTo>
                  <a:cubicBezTo>
                    <a:pt x="3097" y="5271"/>
                    <a:pt x="3086" y="5308"/>
                    <a:pt x="3081" y="5327"/>
                  </a:cubicBezTo>
                  <a:cubicBezTo>
                    <a:pt x="3073" y="5348"/>
                    <a:pt x="3049" y="5380"/>
                    <a:pt x="3002" y="5385"/>
                  </a:cubicBezTo>
                  <a:cubicBezTo>
                    <a:pt x="2713" y="5406"/>
                    <a:pt x="2486" y="5634"/>
                    <a:pt x="2462" y="5922"/>
                  </a:cubicBezTo>
                  <a:cubicBezTo>
                    <a:pt x="2459" y="5973"/>
                    <a:pt x="2425" y="5994"/>
                    <a:pt x="2406" y="6002"/>
                  </a:cubicBezTo>
                  <a:cubicBezTo>
                    <a:pt x="2396" y="6006"/>
                    <a:pt x="2382" y="6010"/>
                    <a:pt x="2366" y="6010"/>
                  </a:cubicBezTo>
                  <a:cubicBezTo>
                    <a:pt x="2348" y="6010"/>
                    <a:pt x="2328" y="6004"/>
                    <a:pt x="2308" y="5986"/>
                  </a:cubicBezTo>
                  <a:cubicBezTo>
                    <a:pt x="2197" y="5893"/>
                    <a:pt x="2063" y="5847"/>
                    <a:pt x="1928" y="5847"/>
                  </a:cubicBezTo>
                  <a:cubicBezTo>
                    <a:pt x="1794" y="5847"/>
                    <a:pt x="1660" y="5893"/>
                    <a:pt x="1549" y="5986"/>
                  </a:cubicBezTo>
                  <a:cubicBezTo>
                    <a:pt x="1529" y="6004"/>
                    <a:pt x="1508" y="6010"/>
                    <a:pt x="1490" y="6010"/>
                  </a:cubicBezTo>
                  <a:cubicBezTo>
                    <a:pt x="1474" y="6010"/>
                    <a:pt x="1461" y="6006"/>
                    <a:pt x="1451" y="6002"/>
                  </a:cubicBezTo>
                  <a:cubicBezTo>
                    <a:pt x="1432" y="5997"/>
                    <a:pt x="1400" y="5973"/>
                    <a:pt x="1395" y="5922"/>
                  </a:cubicBezTo>
                  <a:cubicBezTo>
                    <a:pt x="1371" y="5637"/>
                    <a:pt x="1144" y="5406"/>
                    <a:pt x="855" y="5385"/>
                  </a:cubicBezTo>
                  <a:cubicBezTo>
                    <a:pt x="807" y="5380"/>
                    <a:pt x="786" y="5348"/>
                    <a:pt x="776" y="5327"/>
                  </a:cubicBezTo>
                  <a:cubicBezTo>
                    <a:pt x="770" y="5308"/>
                    <a:pt x="760" y="5269"/>
                    <a:pt x="794" y="5232"/>
                  </a:cubicBezTo>
                  <a:cubicBezTo>
                    <a:pt x="979" y="5009"/>
                    <a:pt x="979" y="4692"/>
                    <a:pt x="794" y="4472"/>
                  </a:cubicBezTo>
                  <a:cubicBezTo>
                    <a:pt x="760" y="4435"/>
                    <a:pt x="770" y="4395"/>
                    <a:pt x="776" y="4374"/>
                  </a:cubicBezTo>
                  <a:cubicBezTo>
                    <a:pt x="784" y="4355"/>
                    <a:pt x="807" y="4321"/>
                    <a:pt x="855" y="4318"/>
                  </a:cubicBezTo>
                  <a:cubicBezTo>
                    <a:pt x="1144" y="4295"/>
                    <a:pt x="1371" y="4067"/>
                    <a:pt x="1395" y="3778"/>
                  </a:cubicBezTo>
                  <a:cubicBezTo>
                    <a:pt x="1398" y="3731"/>
                    <a:pt x="1432" y="3710"/>
                    <a:pt x="1451" y="3699"/>
                  </a:cubicBezTo>
                  <a:cubicBezTo>
                    <a:pt x="1461" y="3696"/>
                    <a:pt x="1474" y="3694"/>
                    <a:pt x="1488" y="3694"/>
                  </a:cubicBezTo>
                  <a:cubicBezTo>
                    <a:pt x="1504" y="3694"/>
                    <a:pt x="1527" y="3699"/>
                    <a:pt x="1549" y="3715"/>
                  </a:cubicBezTo>
                  <a:cubicBezTo>
                    <a:pt x="1658" y="3808"/>
                    <a:pt x="1793" y="3854"/>
                    <a:pt x="1927" y="3854"/>
                  </a:cubicBezTo>
                  <a:cubicBezTo>
                    <a:pt x="2062" y="3854"/>
                    <a:pt x="2197" y="3808"/>
                    <a:pt x="2308" y="3715"/>
                  </a:cubicBezTo>
                  <a:cubicBezTo>
                    <a:pt x="2328" y="3698"/>
                    <a:pt x="2349" y="3693"/>
                    <a:pt x="2367" y="3693"/>
                  </a:cubicBezTo>
                  <a:close/>
                  <a:moveTo>
                    <a:pt x="10442" y="3561"/>
                  </a:moveTo>
                  <a:lnTo>
                    <a:pt x="10442" y="5790"/>
                  </a:lnTo>
                  <a:cubicBezTo>
                    <a:pt x="10442" y="6420"/>
                    <a:pt x="9929" y="6928"/>
                    <a:pt x="9304" y="6928"/>
                  </a:cubicBezTo>
                  <a:lnTo>
                    <a:pt x="7425" y="6928"/>
                  </a:lnTo>
                  <a:cubicBezTo>
                    <a:pt x="6792" y="6928"/>
                    <a:pt x="6284" y="6420"/>
                    <a:pt x="6284" y="5790"/>
                  </a:cubicBezTo>
                  <a:lnTo>
                    <a:pt x="6284" y="3561"/>
                  </a:lnTo>
                  <a:close/>
                  <a:moveTo>
                    <a:pt x="8952" y="7426"/>
                  </a:moveTo>
                  <a:lnTo>
                    <a:pt x="8952" y="8606"/>
                  </a:lnTo>
                  <a:lnTo>
                    <a:pt x="7771" y="8606"/>
                  </a:lnTo>
                  <a:lnTo>
                    <a:pt x="7771" y="7426"/>
                  </a:lnTo>
                  <a:close/>
                  <a:moveTo>
                    <a:pt x="10683" y="9104"/>
                  </a:moveTo>
                  <a:cubicBezTo>
                    <a:pt x="10567" y="9745"/>
                    <a:pt x="10006" y="10234"/>
                    <a:pt x="9331" y="10234"/>
                  </a:cubicBezTo>
                  <a:lnTo>
                    <a:pt x="7398" y="10234"/>
                  </a:lnTo>
                  <a:cubicBezTo>
                    <a:pt x="6723" y="10234"/>
                    <a:pt x="6160" y="9745"/>
                    <a:pt x="6040" y="9104"/>
                  </a:cubicBezTo>
                  <a:close/>
                  <a:moveTo>
                    <a:pt x="11620" y="9104"/>
                  </a:moveTo>
                  <a:cubicBezTo>
                    <a:pt x="11498" y="10258"/>
                    <a:pt x="10514" y="11161"/>
                    <a:pt x="9331" y="11161"/>
                  </a:cubicBezTo>
                  <a:lnTo>
                    <a:pt x="7398" y="11161"/>
                  </a:lnTo>
                  <a:cubicBezTo>
                    <a:pt x="6210" y="11161"/>
                    <a:pt x="5230" y="10258"/>
                    <a:pt x="5109" y="9104"/>
                  </a:cubicBezTo>
                  <a:lnTo>
                    <a:pt x="5540" y="9104"/>
                  </a:lnTo>
                  <a:cubicBezTo>
                    <a:pt x="5665" y="10020"/>
                    <a:pt x="6448" y="10732"/>
                    <a:pt x="7398" y="10732"/>
                  </a:cubicBezTo>
                  <a:lnTo>
                    <a:pt x="9331" y="10732"/>
                  </a:lnTo>
                  <a:cubicBezTo>
                    <a:pt x="10278" y="10732"/>
                    <a:pt x="11067" y="10020"/>
                    <a:pt x="11186" y="9104"/>
                  </a:cubicBezTo>
                  <a:close/>
                  <a:moveTo>
                    <a:pt x="4608" y="9136"/>
                  </a:moveTo>
                  <a:cubicBezTo>
                    <a:pt x="4675" y="9800"/>
                    <a:pt x="4976" y="10396"/>
                    <a:pt x="5424" y="10843"/>
                  </a:cubicBezTo>
                  <a:lnTo>
                    <a:pt x="5424" y="12979"/>
                  </a:lnTo>
                  <a:lnTo>
                    <a:pt x="3933" y="12979"/>
                  </a:lnTo>
                  <a:lnTo>
                    <a:pt x="3933" y="10012"/>
                  </a:lnTo>
                  <a:cubicBezTo>
                    <a:pt x="3933" y="9594"/>
                    <a:pt x="4222" y="9239"/>
                    <a:pt x="4608" y="9136"/>
                  </a:cubicBezTo>
                  <a:close/>
                  <a:moveTo>
                    <a:pt x="12115" y="9136"/>
                  </a:moveTo>
                  <a:cubicBezTo>
                    <a:pt x="12504" y="9239"/>
                    <a:pt x="12790" y="9594"/>
                    <a:pt x="12790" y="10012"/>
                  </a:cubicBezTo>
                  <a:lnTo>
                    <a:pt x="12790" y="12979"/>
                  </a:lnTo>
                  <a:lnTo>
                    <a:pt x="11303" y="12979"/>
                  </a:lnTo>
                  <a:lnTo>
                    <a:pt x="11303" y="10843"/>
                  </a:lnTo>
                  <a:cubicBezTo>
                    <a:pt x="11752" y="10396"/>
                    <a:pt x="12049" y="9800"/>
                    <a:pt x="12115" y="9136"/>
                  </a:cubicBezTo>
                  <a:close/>
                  <a:moveTo>
                    <a:pt x="10805" y="11237"/>
                  </a:moveTo>
                  <a:lnTo>
                    <a:pt x="10805" y="12982"/>
                  </a:lnTo>
                  <a:lnTo>
                    <a:pt x="5921" y="12982"/>
                  </a:lnTo>
                  <a:lnTo>
                    <a:pt x="5921" y="11237"/>
                  </a:lnTo>
                  <a:cubicBezTo>
                    <a:pt x="6350" y="11502"/>
                    <a:pt x="6856" y="11658"/>
                    <a:pt x="7398" y="11658"/>
                  </a:cubicBezTo>
                  <a:lnTo>
                    <a:pt x="9331" y="11658"/>
                  </a:lnTo>
                  <a:cubicBezTo>
                    <a:pt x="9873" y="11658"/>
                    <a:pt x="10376" y="11502"/>
                    <a:pt x="10805" y="11237"/>
                  </a:cubicBezTo>
                  <a:close/>
                  <a:moveTo>
                    <a:pt x="14640" y="4821"/>
                  </a:moveTo>
                  <a:cubicBezTo>
                    <a:pt x="14910" y="4821"/>
                    <a:pt x="15130" y="5041"/>
                    <a:pt x="15130" y="5311"/>
                  </a:cubicBezTo>
                  <a:lnTo>
                    <a:pt x="15130" y="5314"/>
                  </a:lnTo>
                  <a:lnTo>
                    <a:pt x="15130" y="12984"/>
                  </a:lnTo>
                  <a:lnTo>
                    <a:pt x="14198" y="12984"/>
                  </a:lnTo>
                  <a:cubicBezTo>
                    <a:pt x="14061" y="12984"/>
                    <a:pt x="13949" y="13096"/>
                    <a:pt x="13949" y="13233"/>
                  </a:cubicBezTo>
                  <a:cubicBezTo>
                    <a:pt x="13949" y="13368"/>
                    <a:pt x="14061" y="13479"/>
                    <a:pt x="14198" y="13479"/>
                  </a:cubicBezTo>
                  <a:lnTo>
                    <a:pt x="15130" y="13479"/>
                  </a:lnTo>
                  <a:lnTo>
                    <a:pt x="15130" y="14181"/>
                  </a:lnTo>
                  <a:lnTo>
                    <a:pt x="1850" y="14181"/>
                  </a:lnTo>
                  <a:lnTo>
                    <a:pt x="1850" y="13477"/>
                  </a:lnTo>
                  <a:lnTo>
                    <a:pt x="13039" y="13477"/>
                  </a:lnTo>
                  <a:cubicBezTo>
                    <a:pt x="13174" y="13477"/>
                    <a:pt x="13288" y="13366"/>
                    <a:pt x="13288" y="13228"/>
                  </a:cubicBezTo>
                  <a:lnTo>
                    <a:pt x="13288" y="10012"/>
                  </a:lnTo>
                  <a:cubicBezTo>
                    <a:pt x="13288" y="9239"/>
                    <a:pt x="12658" y="8609"/>
                    <a:pt x="11880" y="8609"/>
                  </a:cubicBezTo>
                  <a:lnTo>
                    <a:pt x="9450" y="8609"/>
                  </a:lnTo>
                  <a:lnTo>
                    <a:pt x="9450" y="7423"/>
                  </a:lnTo>
                  <a:cubicBezTo>
                    <a:pt x="10283" y="7349"/>
                    <a:pt x="10937" y="6645"/>
                    <a:pt x="10937" y="5795"/>
                  </a:cubicBezTo>
                  <a:lnTo>
                    <a:pt x="10937" y="4821"/>
                  </a:lnTo>
                  <a:lnTo>
                    <a:pt x="12128" y="4821"/>
                  </a:lnTo>
                  <a:lnTo>
                    <a:pt x="12128" y="5576"/>
                  </a:lnTo>
                  <a:lnTo>
                    <a:pt x="11898" y="5576"/>
                  </a:lnTo>
                  <a:cubicBezTo>
                    <a:pt x="11763" y="5576"/>
                    <a:pt x="11649" y="5689"/>
                    <a:pt x="11649" y="5824"/>
                  </a:cubicBezTo>
                  <a:cubicBezTo>
                    <a:pt x="11649" y="5959"/>
                    <a:pt x="11763" y="6073"/>
                    <a:pt x="11898" y="6073"/>
                  </a:cubicBezTo>
                  <a:lnTo>
                    <a:pt x="12888" y="6073"/>
                  </a:lnTo>
                  <a:cubicBezTo>
                    <a:pt x="13023" y="6073"/>
                    <a:pt x="13134" y="5959"/>
                    <a:pt x="13134" y="5824"/>
                  </a:cubicBezTo>
                  <a:cubicBezTo>
                    <a:pt x="13134" y="5689"/>
                    <a:pt x="13023" y="5576"/>
                    <a:pt x="12888" y="5576"/>
                  </a:cubicBezTo>
                  <a:lnTo>
                    <a:pt x="12626" y="5576"/>
                  </a:lnTo>
                  <a:lnTo>
                    <a:pt x="12626" y="4821"/>
                  </a:lnTo>
                  <a:close/>
                  <a:moveTo>
                    <a:pt x="6234" y="14670"/>
                  </a:moveTo>
                  <a:lnTo>
                    <a:pt x="6234" y="15094"/>
                  </a:lnTo>
                  <a:cubicBezTo>
                    <a:pt x="6234" y="15351"/>
                    <a:pt x="6316" y="15584"/>
                    <a:pt x="6451" y="15777"/>
                  </a:cubicBezTo>
                  <a:lnTo>
                    <a:pt x="1826" y="15777"/>
                  </a:lnTo>
                  <a:cubicBezTo>
                    <a:pt x="1183" y="15777"/>
                    <a:pt x="635" y="15319"/>
                    <a:pt x="516" y="14692"/>
                  </a:cubicBezTo>
                  <a:cubicBezTo>
                    <a:pt x="516" y="14689"/>
                    <a:pt x="516" y="14684"/>
                    <a:pt x="519" y="14678"/>
                  </a:cubicBezTo>
                  <a:cubicBezTo>
                    <a:pt x="522" y="14670"/>
                    <a:pt x="529" y="14670"/>
                    <a:pt x="532" y="14670"/>
                  </a:cubicBezTo>
                  <a:close/>
                  <a:moveTo>
                    <a:pt x="10249" y="14670"/>
                  </a:moveTo>
                  <a:lnTo>
                    <a:pt x="10249" y="15094"/>
                  </a:lnTo>
                  <a:cubicBezTo>
                    <a:pt x="10249" y="15473"/>
                    <a:pt x="9942" y="15777"/>
                    <a:pt x="9569" y="15777"/>
                  </a:cubicBezTo>
                  <a:lnTo>
                    <a:pt x="7412" y="15777"/>
                  </a:lnTo>
                  <a:cubicBezTo>
                    <a:pt x="7033" y="15777"/>
                    <a:pt x="6729" y="15470"/>
                    <a:pt x="6729" y="15094"/>
                  </a:cubicBezTo>
                  <a:lnTo>
                    <a:pt x="6729" y="14670"/>
                  </a:lnTo>
                  <a:close/>
                  <a:moveTo>
                    <a:pt x="16446" y="14670"/>
                  </a:moveTo>
                  <a:cubicBezTo>
                    <a:pt x="16451" y="14670"/>
                    <a:pt x="16453" y="14670"/>
                    <a:pt x="16461" y="14678"/>
                  </a:cubicBezTo>
                  <a:cubicBezTo>
                    <a:pt x="16464" y="14684"/>
                    <a:pt x="16464" y="14689"/>
                    <a:pt x="16464" y="14692"/>
                  </a:cubicBezTo>
                  <a:cubicBezTo>
                    <a:pt x="16345" y="15319"/>
                    <a:pt x="15794" y="15777"/>
                    <a:pt x="15154" y="15777"/>
                  </a:cubicBezTo>
                  <a:lnTo>
                    <a:pt x="10527" y="15777"/>
                  </a:lnTo>
                  <a:cubicBezTo>
                    <a:pt x="10667" y="15584"/>
                    <a:pt x="10747" y="15351"/>
                    <a:pt x="10747" y="15094"/>
                  </a:cubicBezTo>
                  <a:lnTo>
                    <a:pt x="10747" y="14670"/>
                  </a:lnTo>
                  <a:close/>
                  <a:moveTo>
                    <a:pt x="8362" y="1"/>
                  </a:moveTo>
                  <a:cubicBezTo>
                    <a:pt x="8161" y="1"/>
                    <a:pt x="7961" y="37"/>
                    <a:pt x="7769" y="110"/>
                  </a:cubicBezTo>
                  <a:lnTo>
                    <a:pt x="4254" y="1452"/>
                  </a:lnTo>
                  <a:cubicBezTo>
                    <a:pt x="4055" y="1529"/>
                    <a:pt x="3939" y="1722"/>
                    <a:pt x="3970" y="1934"/>
                  </a:cubicBezTo>
                  <a:cubicBezTo>
                    <a:pt x="3997" y="2145"/>
                    <a:pt x="4158" y="2299"/>
                    <a:pt x="4370" y="2320"/>
                  </a:cubicBezTo>
                  <a:lnTo>
                    <a:pt x="5786" y="2466"/>
                  </a:lnTo>
                  <a:lnTo>
                    <a:pt x="5786" y="4321"/>
                  </a:lnTo>
                  <a:lnTo>
                    <a:pt x="3576" y="4321"/>
                  </a:lnTo>
                  <a:cubicBezTo>
                    <a:pt x="3568" y="4276"/>
                    <a:pt x="3555" y="4228"/>
                    <a:pt x="3539" y="4186"/>
                  </a:cubicBezTo>
                  <a:cubicBezTo>
                    <a:pt x="3454" y="3980"/>
                    <a:pt x="3264" y="3842"/>
                    <a:pt x="3044" y="3826"/>
                  </a:cubicBezTo>
                  <a:cubicBezTo>
                    <a:pt x="2996" y="3821"/>
                    <a:pt x="2959" y="3786"/>
                    <a:pt x="2957" y="3739"/>
                  </a:cubicBezTo>
                  <a:cubicBezTo>
                    <a:pt x="2938" y="3516"/>
                    <a:pt x="2801" y="3328"/>
                    <a:pt x="2597" y="3244"/>
                  </a:cubicBezTo>
                  <a:cubicBezTo>
                    <a:pt x="2523" y="3212"/>
                    <a:pt x="2445" y="3197"/>
                    <a:pt x="2369" y="3197"/>
                  </a:cubicBezTo>
                  <a:cubicBezTo>
                    <a:pt x="2233" y="3197"/>
                    <a:pt x="2099" y="3246"/>
                    <a:pt x="1991" y="3339"/>
                  </a:cubicBezTo>
                  <a:cubicBezTo>
                    <a:pt x="1972" y="3354"/>
                    <a:pt x="1951" y="3361"/>
                    <a:pt x="1930" y="3361"/>
                  </a:cubicBezTo>
                  <a:cubicBezTo>
                    <a:pt x="1909" y="3361"/>
                    <a:pt x="1889" y="3354"/>
                    <a:pt x="1871" y="3339"/>
                  </a:cubicBezTo>
                  <a:cubicBezTo>
                    <a:pt x="1764" y="3247"/>
                    <a:pt x="1629" y="3199"/>
                    <a:pt x="1492" y="3199"/>
                  </a:cubicBezTo>
                  <a:cubicBezTo>
                    <a:pt x="1417" y="3199"/>
                    <a:pt x="1341" y="3214"/>
                    <a:pt x="1268" y="3244"/>
                  </a:cubicBezTo>
                  <a:cubicBezTo>
                    <a:pt x="1062" y="3328"/>
                    <a:pt x="921" y="3516"/>
                    <a:pt x="905" y="3739"/>
                  </a:cubicBezTo>
                  <a:cubicBezTo>
                    <a:pt x="903" y="3786"/>
                    <a:pt x="866" y="3821"/>
                    <a:pt x="821" y="3826"/>
                  </a:cubicBezTo>
                  <a:cubicBezTo>
                    <a:pt x="598" y="3845"/>
                    <a:pt x="410" y="3980"/>
                    <a:pt x="323" y="4186"/>
                  </a:cubicBezTo>
                  <a:cubicBezTo>
                    <a:pt x="238" y="4390"/>
                    <a:pt x="275" y="4623"/>
                    <a:pt x="421" y="4792"/>
                  </a:cubicBezTo>
                  <a:cubicBezTo>
                    <a:pt x="450" y="4827"/>
                    <a:pt x="450" y="4877"/>
                    <a:pt x="421" y="4911"/>
                  </a:cubicBezTo>
                  <a:cubicBezTo>
                    <a:pt x="278" y="5078"/>
                    <a:pt x="241" y="5311"/>
                    <a:pt x="323" y="5517"/>
                  </a:cubicBezTo>
                  <a:cubicBezTo>
                    <a:pt x="410" y="5721"/>
                    <a:pt x="598" y="5862"/>
                    <a:pt x="821" y="5877"/>
                  </a:cubicBezTo>
                  <a:cubicBezTo>
                    <a:pt x="866" y="5880"/>
                    <a:pt x="903" y="5917"/>
                    <a:pt x="905" y="5962"/>
                  </a:cubicBezTo>
                  <a:cubicBezTo>
                    <a:pt x="927" y="6184"/>
                    <a:pt x="1062" y="6372"/>
                    <a:pt x="1268" y="6460"/>
                  </a:cubicBezTo>
                  <a:cubicBezTo>
                    <a:pt x="1339" y="6489"/>
                    <a:pt x="1416" y="6505"/>
                    <a:pt x="1490" y="6505"/>
                  </a:cubicBezTo>
                  <a:cubicBezTo>
                    <a:pt x="1628" y="6505"/>
                    <a:pt x="1763" y="6460"/>
                    <a:pt x="1871" y="6367"/>
                  </a:cubicBezTo>
                  <a:cubicBezTo>
                    <a:pt x="1890" y="6353"/>
                    <a:pt x="1912" y="6345"/>
                    <a:pt x="1933" y="6345"/>
                  </a:cubicBezTo>
                  <a:cubicBezTo>
                    <a:pt x="1954" y="6345"/>
                    <a:pt x="1975" y="6353"/>
                    <a:pt x="1991" y="6367"/>
                  </a:cubicBezTo>
                  <a:cubicBezTo>
                    <a:pt x="2100" y="6459"/>
                    <a:pt x="2234" y="6506"/>
                    <a:pt x="2371" y="6506"/>
                  </a:cubicBezTo>
                  <a:cubicBezTo>
                    <a:pt x="2446" y="6506"/>
                    <a:pt x="2523" y="6492"/>
                    <a:pt x="2597" y="6462"/>
                  </a:cubicBezTo>
                  <a:cubicBezTo>
                    <a:pt x="2801" y="6378"/>
                    <a:pt x="2941" y="6187"/>
                    <a:pt x="2957" y="5967"/>
                  </a:cubicBezTo>
                  <a:cubicBezTo>
                    <a:pt x="2959" y="5920"/>
                    <a:pt x="2996" y="5883"/>
                    <a:pt x="3044" y="5880"/>
                  </a:cubicBezTo>
                  <a:cubicBezTo>
                    <a:pt x="3264" y="5862"/>
                    <a:pt x="3454" y="5724"/>
                    <a:pt x="3539" y="5520"/>
                  </a:cubicBezTo>
                  <a:cubicBezTo>
                    <a:pt x="3626" y="5314"/>
                    <a:pt x="3589" y="5083"/>
                    <a:pt x="3444" y="4914"/>
                  </a:cubicBezTo>
                  <a:cubicBezTo>
                    <a:pt x="3420" y="4887"/>
                    <a:pt x="3417" y="4850"/>
                    <a:pt x="3428" y="4821"/>
                  </a:cubicBezTo>
                  <a:lnTo>
                    <a:pt x="5786" y="4821"/>
                  </a:lnTo>
                  <a:lnTo>
                    <a:pt x="5786" y="5795"/>
                  </a:lnTo>
                  <a:cubicBezTo>
                    <a:pt x="5786" y="6648"/>
                    <a:pt x="6440" y="7349"/>
                    <a:pt x="7274" y="7421"/>
                  </a:cubicBezTo>
                  <a:lnTo>
                    <a:pt x="7274" y="8609"/>
                  </a:lnTo>
                  <a:lnTo>
                    <a:pt x="4844" y="8609"/>
                  </a:lnTo>
                  <a:cubicBezTo>
                    <a:pt x="4068" y="8609"/>
                    <a:pt x="3436" y="9239"/>
                    <a:pt x="3436" y="10012"/>
                  </a:cubicBezTo>
                  <a:lnTo>
                    <a:pt x="3436" y="12979"/>
                  </a:lnTo>
                  <a:lnTo>
                    <a:pt x="1850" y="12979"/>
                  </a:lnTo>
                  <a:lnTo>
                    <a:pt x="1850" y="7429"/>
                  </a:lnTo>
                  <a:cubicBezTo>
                    <a:pt x="1850" y="7294"/>
                    <a:pt x="1736" y="7180"/>
                    <a:pt x="1601" y="7180"/>
                  </a:cubicBezTo>
                  <a:cubicBezTo>
                    <a:pt x="1466" y="7180"/>
                    <a:pt x="1353" y="7294"/>
                    <a:pt x="1353" y="7429"/>
                  </a:cubicBezTo>
                  <a:lnTo>
                    <a:pt x="1353" y="14178"/>
                  </a:lnTo>
                  <a:lnTo>
                    <a:pt x="532" y="14178"/>
                  </a:lnTo>
                  <a:cubicBezTo>
                    <a:pt x="381" y="14178"/>
                    <a:pt x="236" y="14244"/>
                    <a:pt x="138" y="14363"/>
                  </a:cubicBezTo>
                  <a:cubicBezTo>
                    <a:pt x="42" y="14483"/>
                    <a:pt x="0" y="14633"/>
                    <a:pt x="29" y="14784"/>
                  </a:cubicBezTo>
                  <a:cubicBezTo>
                    <a:pt x="191" y="15647"/>
                    <a:pt x="945" y="16275"/>
                    <a:pt x="1826" y="16275"/>
                  </a:cubicBezTo>
                  <a:lnTo>
                    <a:pt x="15154" y="16275"/>
                  </a:lnTo>
                  <a:cubicBezTo>
                    <a:pt x="16033" y="16275"/>
                    <a:pt x="16787" y="15647"/>
                    <a:pt x="16951" y="14784"/>
                  </a:cubicBezTo>
                  <a:cubicBezTo>
                    <a:pt x="16980" y="14631"/>
                    <a:pt x="16940" y="14480"/>
                    <a:pt x="16840" y="14361"/>
                  </a:cubicBezTo>
                  <a:cubicBezTo>
                    <a:pt x="16745" y="14242"/>
                    <a:pt x="16599" y="14176"/>
                    <a:pt x="16446" y="14176"/>
                  </a:cubicBezTo>
                  <a:lnTo>
                    <a:pt x="15625" y="14176"/>
                  </a:lnTo>
                  <a:lnTo>
                    <a:pt x="15625" y="5308"/>
                  </a:lnTo>
                  <a:cubicBezTo>
                    <a:pt x="15625" y="4766"/>
                    <a:pt x="15183" y="4321"/>
                    <a:pt x="14640" y="4321"/>
                  </a:cubicBezTo>
                  <a:lnTo>
                    <a:pt x="12626" y="4321"/>
                  </a:lnTo>
                  <a:lnTo>
                    <a:pt x="12626" y="2193"/>
                  </a:lnTo>
                  <a:cubicBezTo>
                    <a:pt x="12695" y="2124"/>
                    <a:pt x="12740" y="2034"/>
                    <a:pt x="12753" y="1934"/>
                  </a:cubicBezTo>
                  <a:cubicBezTo>
                    <a:pt x="12779" y="1722"/>
                    <a:pt x="12668" y="1529"/>
                    <a:pt x="12470" y="1452"/>
                  </a:cubicBezTo>
                  <a:lnTo>
                    <a:pt x="8955" y="110"/>
                  </a:lnTo>
                  <a:cubicBezTo>
                    <a:pt x="8763" y="37"/>
                    <a:pt x="8562" y="1"/>
                    <a:pt x="8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1"/>
            <p:cNvSpPr/>
            <p:nvPr/>
          </p:nvSpPr>
          <p:spPr>
            <a:xfrm>
              <a:off x="3046700" y="3440150"/>
              <a:ext cx="12475" cy="20000"/>
            </a:xfrm>
            <a:custGeom>
              <a:rect b="b" l="l" r="r" t="t"/>
              <a:pathLst>
                <a:path extrusionOk="0" h="800" w="499">
                  <a:moveTo>
                    <a:pt x="249" y="0"/>
                  </a:moveTo>
                  <a:cubicBezTo>
                    <a:pt x="114" y="0"/>
                    <a:pt x="1" y="114"/>
                    <a:pt x="1" y="249"/>
                  </a:cubicBezTo>
                  <a:lnTo>
                    <a:pt x="1" y="551"/>
                  </a:lnTo>
                  <a:cubicBezTo>
                    <a:pt x="1" y="689"/>
                    <a:pt x="109" y="800"/>
                    <a:pt x="249" y="800"/>
                  </a:cubicBezTo>
                  <a:cubicBezTo>
                    <a:pt x="384" y="800"/>
                    <a:pt x="498" y="686"/>
                    <a:pt x="498" y="551"/>
                  </a:cubicBezTo>
                  <a:lnTo>
                    <a:pt x="498" y="249"/>
                  </a:lnTo>
                  <a:cubicBezTo>
                    <a:pt x="498" y="114"/>
                    <a:pt x="384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1"/>
            <p:cNvSpPr/>
            <p:nvPr/>
          </p:nvSpPr>
          <p:spPr>
            <a:xfrm>
              <a:off x="3032800" y="3469150"/>
              <a:ext cx="39350" cy="17150"/>
            </a:xfrm>
            <a:custGeom>
              <a:rect b="b" l="l" r="r" t="t"/>
              <a:pathLst>
                <a:path extrusionOk="0" h="686" w="1574">
                  <a:moveTo>
                    <a:pt x="291" y="1"/>
                  </a:moveTo>
                  <a:cubicBezTo>
                    <a:pt x="222" y="1"/>
                    <a:pt x="153" y="29"/>
                    <a:pt x="104" y="84"/>
                  </a:cubicBezTo>
                  <a:cubicBezTo>
                    <a:pt x="1" y="198"/>
                    <a:pt x="25" y="376"/>
                    <a:pt x="152" y="460"/>
                  </a:cubicBezTo>
                  <a:cubicBezTo>
                    <a:pt x="385" y="611"/>
                    <a:pt x="572" y="685"/>
                    <a:pt x="795" y="685"/>
                  </a:cubicBezTo>
                  <a:cubicBezTo>
                    <a:pt x="988" y="685"/>
                    <a:pt x="1202" y="627"/>
                    <a:pt x="1427" y="476"/>
                  </a:cubicBezTo>
                  <a:cubicBezTo>
                    <a:pt x="1533" y="402"/>
                    <a:pt x="1573" y="262"/>
                    <a:pt x="1512" y="148"/>
                  </a:cubicBezTo>
                  <a:cubicBezTo>
                    <a:pt x="1467" y="64"/>
                    <a:pt x="1381" y="18"/>
                    <a:pt x="1294" y="18"/>
                  </a:cubicBezTo>
                  <a:cubicBezTo>
                    <a:pt x="1245" y="18"/>
                    <a:pt x="1195" y="33"/>
                    <a:pt x="1152" y="63"/>
                  </a:cubicBezTo>
                  <a:cubicBezTo>
                    <a:pt x="1017" y="156"/>
                    <a:pt x="895" y="187"/>
                    <a:pt x="792" y="187"/>
                  </a:cubicBezTo>
                  <a:cubicBezTo>
                    <a:pt x="615" y="187"/>
                    <a:pt x="498" y="96"/>
                    <a:pt x="480" y="79"/>
                  </a:cubicBezTo>
                  <a:lnTo>
                    <a:pt x="427" y="42"/>
                  </a:lnTo>
                  <a:cubicBezTo>
                    <a:pt x="386" y="14"/>
                    <a:pt x="339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1"/>
            <p:cNvSpPr/>
            <p:nvPr/>
          </p:nvSpPr>
          <p:spPr>
            <a:xfrm>
              <a:off x="2879875" y="3449875"/>
              <a:ext cx="24250" cy="23050"/>
            </a:xfrm>
            <a:custGeom>
              <a:rect b="b" l="l" r="r" t="t"/>
              <a:pathLst>
                <a:path extrusionOk="0" h="922" w="970">
                  <a:moveTo>
                    <a:pt x="700" y="0"/>
                  </a:moveTo>
                  <a:cubicBezTo>
                    <a:pt x="637" y="0"/>
                    <a:pt x="572" y="24"/>
                    <a:pt x="522" y="72"/>
                  </a:cubicBezTo>
                  <a:lnTo>
                    <a:pt x="96" y="498"/>
                  </a:lnTo>
                  <a:cubicBezTo>
                    <a:pt x="1" y="596"/>
                    <a:pt x="1" y="755"/>
                    <a:pt x="96" y="850"/>
                  </a:cubicBezTo>
                  <a:cubicBezTo>
                    <a:pt x="146" y="900"/>
                    <a:pt x="210" y="922"/>
                    <a:pt x="271" y="922"/>
                  </a:cubicBezTo>
                  <a:cubicBezTo>
                    <a:pt x="334" y="922"/>
                    <a:pt x="398" y="900"/>
                    <a:pt x="445" y="850"/>
                  </a:cubicBezTo>
                  <a:lnTo>
                    <a:pt x="874" y="424"/>
                  </a:lnTo>
                  <a:cubicBezTo>
                    <a:pt x="969" y="326"/>
                    <a:pt x="969" y="167"/>
                    <a:pt x="874" y="72"/>
                  </a:cubicBezTo>
                  <a:cubicBezTo>
                    <a:pt x="827" y="24"/>
                    <a:pt x="764" y="0"/>
                    <a:pt x="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5" name="Google Shape;735;p31"/>
          <p:cNvGrpSpPr/>
          <p:nvPr/>
        </p:nvGrpSpPr>
        <p:grpSpPr>
          <a:xfrm>
            <a:off x="4909203" y="3052425"/>
            <a:ext cx="423400" cy="390450"/>
            <a:chOff x="3479600" y="3340150"/>
            <a:chExt cx="423400" cy="390450"/>
          </a:xfrm>
        </p:grpSpPr>
        <p:sp>
          <p:nvSpPr>
            <p:cNvPr id="736" name="Google Shape;736;p31"/>
            <p:cNvSpPr/>
            <p:nvPr/>
          </p:nvSpPr>
          <p:spPr>
            <a:xfrm>
              <a:off x="3528050" y="3399125"/>
              <a:ext cx="326600" cy="325400"/>
            </a:xfrm>
            <a:custGeom>
              <a:rect b="b" l="l" r="r" t="t"/>
              <a:pathLst>
                <a:path extrusionOk="0" h="13016" w="13064">
                  <a:moveTo>
                    <a:pt x="0" y="0"/>
                  </a:moveTo>
                  <a:lnTo>
                    <a:pt x="0" y="12433"/>
                  </a:lnTo>
                  <a:cubicBezTo>
                    <a:pt x="0" y="12753"/>
                    <a:pt x="262" y="13015"/>
                    <a:pt x="583" y="13015"/>
                  </a:cubicBezTo>
                  <a:lnTo>
                    <a:pt x="12481" y="13015"/>
                  </a:lnTo>
                  <a:cubicBezTo>
                    <a:pt x="12801" y="13015"/>
                    <a:pt x="13063" y="12753"/>
                    <a:pt x="13063" y="12433"/>
                  </a:cubicBezTo>
                  <a:lnTo>
                    <a:pt x="130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1"/>
            <p:cNvSpPr/>
            <p:nvPr/>
          </p:nvSpPr>
          <p:spPr>
            <a:xfrm>
              <a:off x="3801075" y="3399125"/>
              <a:ext cx="53575" cy="325400"/>
            </a:xfrm>
            <a:custGeom>
              <a:rect b="b" l="l" r="r" t="t"/>
              <a:pathLst>
                <a:path extrusionOk="0" h="13016" w="2143">
                  <a:moveTo>
                    <a:pt x="583" y="0"/>
                  </a:moveTo>
                  <a:lnTo>
                    <a:pt x="583" y="12433"/>
                  </a:lnTo>
                  <a:cubicBezTo>
                    <a:pt x="583" y="12753"/>
                    <a:pt x="321" y="13015"/>
                    <a:pt x="1" y="13015"/>
                  </a:cubicBezTo>
                  <a:lnTo>
                    <a:pt x="1560" y="13015"/>
                  </a:lnTo>
                  <a:cubicBezTo>
                    <a:pt x="1880" y="13015"/>
                    <a:pt x="2142" y="12753"/>
                    <a:pt x="2142" y="12433"/>
                  </a:cubicBezTo>
                  <a:lnTo>
                    <a:pt x="21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3527975" y="3346450"/>
              <a:ext cx="326600" cy="52700"/>
            </a:xfrm>
            <a:custGeom>
              <a:rect b="b" l="l" r="r" t="t"/>
              <a:pathLst>
                <a:path extrusionOk="0" h="2108" w="13064">
                  <a:moveTo>
                    <a:pt x="583" y="0"/>
                  </a:moveTo>
                  <a:cubicBezTo>
                    <a:pt x="260" y="0"/>
                    <a:pt x="1" y="262"/>
                    <a:pt x="1" y="583"/>
                  </a:cubicBezTo>
                  <a:lnTo>
                    <a:pt x="1" y="2107"/>
                  </a:lnTo>
                  <a:lnTo>
                    <a:pt x="13063" y="2107"/>
                  </a:lnTo>
                  <a:lnTo>
                    <a:pt x="13063" y="583"/>
                  </a:lnTo>
                  <a:cubicBezTo>
                    <a:pt x="13063" y="262"/>
                    <a:pt x="12801" y="0"/>
                    <a:pt x="12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1"/>
            <p:cNvSpPr/>
            <p:nvPr/>
          </p:nvSpPr>
          <p:spPr>
            <a:xfrm>
              <a:off x="3801075" y="3346375"/>
              <a:ext cx="53575" cy="52700"/>
            </a:xfrm>
            <a:custGeom>
              <a:rect b="b" l="l" r="r" t="t"/>
              <a:pathLst>
                <a:path extrusionOk="0" h="2108" w="2143">
                  <a:moveTo>
                    <a:pt x="1" y="1"/>
                  </a:moveTo>
                  <a:cubicBezTo>
                    <a:pt x="321" y="1"/>
                    <a:pt x="583" y="263"/>
                    <a:pt x="583" y="583"/>
                  </a:cubicBezTo>
                  <a:lnTo>
                    <a:pt x="583" y="2108"/>
                  </a:lnTo>
                  <a:lnTo>
                    <a:pt x="2142" y="2108"/>
                  </a:lnTo>
                  <a:lnTo>
                    <a:pt x="2142" y="583"/>
                  </a:lnTo>
                  <a:cubicBezTo>
                    <a:pt x="2142" y="263"/>
                    <a:pt x="1880" y="1"/>
                    <a:pt x="1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1"/>
            <p:cNvSpPr/>
            <p:nvPr/>
          </p:nvSpPr>
          <p:spPr>
            <a:xfrm>
              <a:off x="3575350" y="3444250"/>
              <a:ext cx="231775" cy="231775"/>
            </a:xfrm>
            <a:custGeom>
              <a:rect b="b" l="l" r="r" t="t"/>
              <a:pathLst>
                <a:path extrusionOk="0" h="9271" w="9271">
                  <a:moveTo>
                    <a:pt x="4636" y="1"/>
                  </a:moveTo>
                  <a:cubicBezTo>
                    <a:pt x="2076" y="1"/>
                    <a:pt x="1" y="2076"/>
                    <a:pt x="1" y="4635"/>
                  </a:cubicBezTo>
                  <a:cubicBezTo>
                    <a:pt x="1" y="7195"/>
                    <a:pt x="2076" y="9270"/>
                    <a:pt x="4636" y="9270"/>
                  </a:cubicBezTo>
                  <a:cubicBezTo>
                    <a:pt x="7195" y="9270"/>
                    <a:pt x="9271" y="7195"/>
                    <a:pt x="9271" y="4635"/>
                  </a:cubicBezTo>
                  <a:cubicBezTo>
                    <a:pt x="9271" y="2076"/>
                    <a:pt x="7195" y="1"/>
                    <a:pt x="4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1"/>
            <p:cNvSpPr/>
            <p:nvPr/>
          </p:nvSpPr>
          <p:spPr>
            <a:xfrm>
              <a:off x="3676400" y="3444250"/>
              <a:ext cx="130725" cy="231625"/>
            </a:xfrm>
            <a:custGeom>
              <a:rect b="b" l="l" r="r" t="t"/>
              <a:pathLst>
                <a:path extrusionOk="0" h="9265" w="5229">
                  <a:moveTo>
                    <a:pt x="594" y="1"/>
                  </a:moveTo>
                  <a:cubicBezTo>
                    <a:pt x="393" y="1"/>
                    <a:pt x="197" y="14"/>
                    <a:pt x="1" y="35"/>
                  </a:cubicBezTo>
                  <a:cubicBezTo>
                    <a:pt x="2282" y="326"/>
                    <a:pt x="4045" y="2277"/>
                    <a:pt x="4045" y="4633"/>
                  </a:cubicBezTo>
                  <a:cubicBezTo>
                    <a:pt x="4045" y="6991"/>
                    <a:pt x="2280" y="8939"/>
                    <a:pt x="1" y="9228"/>
                  </a:cubicBezTo>
                  <a:cubicBezTo>
                    <a:pt x="197" y="9252"/>
                    <a:pt x="393" y="9265"/>
                    <a:pt x="594" y="9265"/>
                  </a:cubicBezTo>
                  <a:cubicBezTo>
                    <a:pt x="3156" y="9265"/>
                    <a:pt x="5229" y="7190"/>
                    <a:pt x="5229" y="4627"/>
                  </a:cubicBezTo>
                  <a:cubicBezTo>
                    <a:pt x="5229" y="2073"/>
                    <a:pt x="3156" y="1"/>
                    <a:pt x="5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1"/>
            <p:cNvSpPr/>
            <p:nvPr/>
          </p:nvSpPr>
          <p:spPr>
            <a:xfrm>
              <a:off x="3624125" y="3471700"/>
              <a:ext cx="134225" cy="156800"/>
            </a:xfrm>
            <a:custGeom>
              <a:rect b="b" l="l" r="r" t="t"/>
              <a:pathLst>
                <a:path extrusionOk="0" h="6272" w="5369">
                  <a:moveTo>
                    <a:pt x="2695" y="1565"/>
                  </a:moveTo>
                  <a:lnTo>
                    <a:pt x="3624" y="4027"/>
                  </a:lnTo>
                  <a:lnTo>
                    <a:pt x="1758" y="4027"/>
                  </a:lnTo>
                  <a:lnTo>
                    <a:pt x="2695" y="1565"/>
                  </a:lnTo>
                  <a:close/>
                  <a:moveTo>
                    <a:pt x="2693" y="1"/>
                  </a:moveTo>
                  <a:cubicBezTo>
                    <a:pt x="2449" y="1"/>
                    <a:pt x="2237" y="141"/>
                    <a:pt x="2145" y="366"/>
                  </a:cubicBezTo>
                  <a:cubicBezTo>
                    <a:pt x="2145" y="369"/>
                    <a:pt x="2142" y="374"/>
                    <a:pt x="2142" y="377"/>
                  </a:cubicBezTo>
                  <a:lnTo>
                    <a:pt x="138" y="5642"/>
                  </a:lnTo>
                  <a:cubicBezTo>
                    <a:pt x="1" y="6005"/>
                    <a:pt x="301" y="6272"/>
                    <a:pt x="595" y="6272"/>
                  </a:cubicBezTo>
                  <a:cubicBezTo>
                    <a:pt x="764" y="6272"/>
                    <a:pt x="931" y="6184"/>
                    <a:pt x="1012" y="5975"/>
                  </a:cubicBezTo>
                  <a:lnTo>
                    <a:pt x="1396" y="4967"/>
                  </a:lnTo>
                  <a:lnTo>
                    <a:pt x="3969" y="4967"/>
                  </a:lnTo>
                  <a:lnTo>
                    <a:pt x="4350" y="5975"/>
                  </a:lnTo>
                  <a:cubicBezTo>
                    <a:pt x="4432" y="6183"/>
                    <a:pt x="4600" y="6271"/>
                    <a:pt x="4770" y="6271"/>
                  </a:cubicBezTo>
                  <a:cubicBezTo>
                    <a:pt x="5066" y="6271"/>
                    <a:pt x="5368" y="6005"/>
                    <a:pt x="5234" y="5642"/>
                  </a:cubicBezTo>
                  <a:lnTo>
                    <a:pt x="3243" y="377"/>
                  </a:lnTo>
                  <a:cubicBezTo>
                    <a:pt x="3243" y="374"/>
                    <a:pt x="3241" y="366"/>
                    <a:pt x="3238" y="364"/>
                  </a:cubicBezTo>
                  <a:cubicBezTo>
                    <a:pt x="3145" y="141"/>
                    <a:pt x="2934" y="1"/>
                    <a:pt x="2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1"/>
            <p:cNvSpPr/>
            <p:nvPr/>
          </p:nvSpPr>
          <p:spPr>
            <a:xfrm>
              <a:off x="3812400" y="3424075"/>
              <a:ext cx="84400" cy="84400"/>
            </a:xfrm>
            <a:custGeom>
              <a:rect b="b" l="l" r="r" t="t"/>
              <a:pathLst>
                <a:path extrusionOk="0" h="3376" w="3376">
                  <a:moveTo>
                    <a:pt x="1689" y="0"/>
                  </a:moveTo>
                  <a:cubicBezTo>
                    <a:pt x="1430" y="0"/>
                    <a:pt x="1223" y="207"/>
                    <a:pt x="1223" y="466"/>
                  </a:cubicBezTo>
                  <a:lnTo>
                    <a:pt x="1223" y="1220"/>
                  </a:lnTo>
                  <a:lnTo>
                    <a:pt x="469" y="1220"/>
                  </a:lnTo>
                  <a:cubicBezTo>
                    <a:pt x="209" y="1220"/>
                    <a:pt x="0" y="1430"/>
                    <a:pt x="0" y="1686"/>
                  </a:cubicBezTo>
                  <a:cubicBezTo>
                    <a:pt x="0" y="1816"/>
                    <a:pt x="53" y="1932"/>
                    <a:pt x="138" y="2017"/>
                  </a:cubicBezTo>
                  <a:cubicBezTo>
                    <a:pt x="223" y="2105"/>
                    <a:pt x="339" y="2152"/>
                    <a:pt x="469" y="2152"/>
                  </a:cubicBezTo>
                  <a:lnTo>
                    <a:pt x="1223" y="2152"/>
                  </a:lnTo>
                  <a:lnTo>
                    <a:pt x="1223" y="2907"/>
                  </a:lnTo>
                  <a:cubicBezTo>
                    <a:pt x="1223" y="3036"/>
                    <a:pt x="1276" y="3153"/>
                    <a:pt x="1358" y="3237"/>
                  </a:cubicBezTo>
                  <a:cubicBezTo>
                    <a:pt x="1443" y="3325"/>
                    <a:pt x="1559" y="3375"/>
                    <a:pt x="1689" y="3375"/>
                  </a:cubicBezTo>
                  <a:cubicBezTo>
                    <a:pt x="1946" y="3375"/>
                    <a:pt x="2155" y="3166"/>
                    <a:pt x="2155" y="2907"/>
                  </a:cubicBezTo>
                  <a:lnTo>
                    <a:pt x="2155" y="2152"/>
                  </a:lnTo>
                  <a:lnTo>
                    <a:pt x="2909" y="2152"/>
                  </a:lnTo>
                  <a:cubicBezTo>
                    <a:pt x="3169" y="2152"/>
                    <a:pt x="3375" y="1943"/>
                    <a:pt x="3375" y="1686"/>
                  </a:cubicBezTo>
                  <a:cubicBezTo>
                    <a:pt x="3375" y="1430"/>
                    <a:pt x="3169" y="1220"/>
                    <a:pt x="2909" y="1220"/>
                  </a:cubicBezTo>
                  <a:lnTo>
                    <a:pt x="2155" y="1220"/>
                  </a:lnTo>
                  <a:lnTo>
                    <a:pt x="2155" y="466"/>
                  </a:lnTo>
                  <a:cubicBezTo>
                    <a:pt x="2155" y="207"/>
                    <a:pt x="1946" y="0"/>
                    <a:pt x="16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1"/>
            <p:cNvSpPr/>
            <p:nvPr/>
          </p:nvSpPr>
          <p:spPr>
            <a:xfrm>
              <a:off x="3485825" y="3603925"/>
              <a:ext cx="84400" cy="84400"/>
            </a:xfrm>
            <a:custGeom>
              <a:rect b="b" l="l" r="r" t="t"/>
              <a:pathLst>
                <a:path extrusionOk="0" h="3376" w="3376">
                  <a:moveTo>
                    <a:pt x="1689" y="1"/>
                  </a:moveTo>
                  <a:cubicBezTo>
                    <a:pt x="1430" y="1"/>
                    <a:pt x="1224" y="210"/>
                    <a:pt x="1224" y="469"/>
                  </a:cubicBezTo>
                  <a:lnTo>
                    <a:pt x="1224" y="1223"/>
                  </a:lnTo>
                  <a:lnTo>
                    <a:pt x="469" y="1223"/>
                  </a:lnTo>
                  <a:cubicBezTo>
                    <a:pt x="210" y="1223"/>
                    <a:pt x="1" y="1430"/>
                    <a:pt x="1" y="1689"/>
                  </a:cubicBezTo>
                  <a:cubicBezTo>
                    <a:pt x="1" y="1819"/>
                    <a:pt x="54" y="1933"/>
                    <a:pt x="138" y="2020"/>
                  </a:cubicBezTo>
                  <a:cubicBezTo>
                    <a:pt x="220" y="2105"/>
                    <a:pt x="339" y="2155"/>
                    <a:pt x="469" y="2155"/>
                  </a:cubicBezTo>
                  <a:lnTo>
                    <a:pt x="1224" y="2155"/>
                  </a:lnTo>
                  <a:lnTo>
                    <a:pt x="1224" y="2910"/>
                  </a:lnTo>
                  <a:cubicBezTo>
                    <a:pt x="1224" y="3039"/>
                    <a:pt x="1276" y="3156"/>
                    <a:pt x="1359" y="3240"/>
                  </a:cubicBezTo>
                  <a:cubicBezTo>
                    <a:pt x="1443" y="3328"/>
                    <a:pt x="1560" y="3375"/>
                    <a:pt x="1689" y="3375"/>
                  </a:cubicBezTo>
                  <a:cubicBezTo>
                    <a:pt x="1946" y="3375"/>
                    <a:pt x="2155" y="3169"/>
                    <a:pt x="2155" y="2910"/>
                  </a:cubicBezTo>
                  <a:lnTo>
                    <a:pt x="2155" y="2155"/>
                  </a:lnTo>
                  <a:lnTo>
                    <a:pt x="2910" y="2155"/>
                  </a:lnTo>
                  <a:cubicBezTo>
                    <a:pt x="3169" y="2155"/>
                    <a:pt x="3376" y="1946"/>
                    <a:pt x="3376" y="1689"/>
                  </a:cubicBezTo>
                  <a:cubicBezTo>
                    <a:pt x="3376" y="1430"/>
                    <a:pt x="3169" y="1223"/>
                    <a:pt x="2910" y="1223"/>
                  </a:cubicBezTo>
                  <a:lnTo>
                    <a:pt x="2155" y="1223"/>
                  </a:lnTo>
                  <a:lnTo>
                    <a:pt x="2155" y="469"/>
                  </a:lnTo>
                  <a:cubicBezTo>
                    <a:pt x="2155" y="210"/>
                    <a:pt x="1946" y="1"/>
                    <a:pt x="16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1"/>
            <p:cNvSpPr/>
            <p:nvPr/>
          </p:nvSpPr>
          <p:spPr>
            <a:xfrm>
              <a:off x="3848200" y="3423925"/>
              <a:ext cx="18075" cy="30675"/>
            </a:xfrm>
            <a:custGeom>
              <a:rect b="b" l="l" r="r" t="t"/>
              <a:pathLst>
                <a:path extrusionOk="0" h="1227" w="723">
                  <a:moveTo>
                    <a:pt x="269" y="1"/>
                  </a:moveTo>
                  <a:cubicBezTo>
                    <a:pt x="171" y="1"/>
                    <a:pt x="79" y="27"/>
                    <a:pt x="0" y="78"/>
                  </a:cubicBezTo>
                  <a:cubicBezTo>
                    <a:pt x="127" y="165"/>
                    <a:pt x="215" y="305"/>
                    <a:pt x="215" y="472"/>
                  </a:cubicBezTo>
                  <a:lnTo>
                    <a:pt x="215" y="959"/>
                  </a:lnTo>
                  <a:cubicBezTo>
                    <a:pt x="215" y="1107"/>
                    <a:pt x="331" y="1226"/>
                    <a:pt x="482" y="1226"/>
                  </a:cubicBezTo>
                  <a:lnTo>
                    <a:pt x="723" y="1226"/>
                  </a:lnTo>
                  <a:lnTo>
                    <a:pt x="723" y="485"/>
                  </a:lnTo>
                  <a:cubicBezTo>
                    <a:pt x="723" y="234"/>
                    <a:pt x="532" y="14"/>
                    <a:pt x="284" y="1"/>
                  </a:cubicBezTo>
                  <a:cubicBezTo>
                    <a:pt x="279" y="1"/>
                    <a:pt x="274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1"/>
            <p:cNvSpPr/>
            <p:nvPr/>
          </p:nvSpPr>
          <p:spPr>
            <a:xfrm>
              <a:off x="3848250" y="3477875"/>
              <a:ext cx="18025" cy="30600"/>
            </a:xfrm>
            <a:custGeom>
              <a:rect b="b" l="l" r="r" t="t"/>
              <a:pathLst>
                <a:path extrusionOk="0" h="1224" w="721">
                  <a:moveTo>
                    <a:pt x="480" y="0"/>
                  </a:moveTo>
                  <a:cubicBezTo>
                    <a:pt x="332" y="0"/>
                    <a:pt x="213" y="125"/>
                    <a:pt x="213" y="270"/>
                  </a:cubicBezTo>
                  <a:lnTo>
                    <a:pt x="213" y="752"/>
                  </a:lnTo>
                  <a:cubicBezTo>
                    <a:pt x="213" y="916"/>
                    <a:pt x="128" y="1064"/>
                    <a:pt x="1" y="1146"/>
                  </a:cubicBezTo>
                  <a:cubicBezTo>
                    <a:pt x="74" y="1195"/>
                    <a:pt x="161" y="1224"/>
                    <a:pt x="255" y="1224"/>
                  </a:cubicBezTo>
                  <a:cubicBezTo>
                    <a:pt x="263" y="1224"/>
                    <a:pt x="271" y="1223"/>
                    <a:pt x="279" y="1223"/>
                  </a:cubicBezTo>
                  <a:cubicBezTo>
                    <a:pt x="530" y="1210"/>
                    <a:pt x="721" y="993"/>
                    <a:pt x="721" y="741"/>
                  </a:cubicBezTo>
                  <a:lnTo>
                    <a:pt x="7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1"/>
            <p:cNvSpPr/>
            <p:nvPr/>
          </p:nvSpPr>
          <p:spPr>
            <a:xfrm>
              <a:off x="3872275" y="3454500"/>
              <a:ext cx="24525" cy="23400"/>
            </a:xfrm>
            <a:custGeom>
              <a:rect b="b" l="l" r="r" t="t"/>
              <a:pathLst>
                <a:path extrusionOk="0" h="936" w="981">
                  <a:moveTo>
                    <a:pt x="1" y="1"/>
                  </a:moveTo>
                  <a:cubicBezTo>
                    <a:pt x="260" y="1"/>
                    <a:pt x="469" y="213"/>
                    <a:pt x="469" y="469"/>
                  </a:cubicBezTo>
                  <a:cubicBezTo>
                    <a:pt x="469" y="726"/>
                    <a:pt x="260" y="935"/>
                    <a:pt x="1" y="935"/>
                  </a:cubicBezTo>
                  <a:lnTo>
                    <a:pt x="512" y="935"/>
                  </a:lnTo>
                  <a:cubicBezTo>
                    <a:pt x="774" y="935"/>
                    <a:pt x="980" y="729"/>
                    <a:pt x="980" y="469"/>
                  </a:cubicBezTo>
                  <a:cubicBezTo>
                    <a:pt x="980" y="213"/>
                    <a:pt x="774" y="1"/>
                    <a:pt x="5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1"/>
            <p:cNvSpPr/>
            <p:nvPr/>
          </p:nvSpPr>
          <p:spPr>
            <a:xfrm>
              <a:off x="3521700" y="3603850"/>
              <a:ext cx="18025" cy="30550"/>
            </a:xfrm>
            <a:custGeom>
              <a:rect b="b" l="l" r="r" t="t"/>
              <a:pathLst>
                <a:path extrusionOk="0" h="1222" w="721">
                  <a:moveTo>
                    <a:pt x="267" y="1"/>
                  </a:moveTo>
                  <a:cubicBezTo>
                    <a:pt x="169" y="1"/>
                    <a:pt x="76" y="27"/>
                    <a:pt x="0" y="78"/>
                  </a:cubicBezTo>
                  <a:cubicBezTo>
                    <a:pt x="125" y="162"/>
                    <a:pt x="212" y="305"/>
                    <a:pt x="212" y="472"/>
                  </a:cubicBezTo>
                  <a:lnTo>
                    <a:pt x="212" y="954"/>
                  </a:lnTo>
                  <a:cubicBezTo>
                    <a:pt x="212" y="1102"/>
                    <a:pt x="331" y="1221"/>
                    <a:pt x="479" y="1221"/>
                  </a:cubicBezTo>
                  <a:lnTo>
                    <a:pt x="720" y="1221"/>
                  </a:lnTo>
                  <a:lnTo>
                    <a:pt x="720" y="480"/>
                  </a:lnTo>
                  <a:cubicBezTo>
                    <a:pt x="720" y="229"/>
                    <a:pt x="530" y="14"/>
                    <a:pt x="281" y="1"/>
                  </a:cubicBezTo>
                  <a:cubicBezTo>
                    <a:pt x="276" y="1"/>
                    <a:pt x="271" y="1"/>
                    <a:pt x="2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1"/>
            <p:cNvSpPr/>
            <p:nvPr/>
          </p:nvSpPr>
          <p:spPr>
            <a:xfrm>
              <a:off x="3521575" y="3657800"/>
              <a:ext cx="18150" cy="30550"/>
            </a:xfrm>
            <a:custGeom>
              <a:rect b="b" l="l" r="r" t="t"/>
              <a:pathLst>
                <a:path extrusionOk="0" h="1222" w="726">
                  <a:moveTo>
                    <a:pt x="484" y="0"/>
                  </a:moveTo>
                  <a:cubicBezTo>
                    <a:pt x="336" y="0"/>
                    <a:pt x="212" y="119"/>
                    <a:pt x="212" y="267"/>
                  </a:cubicBezTo>
                  <a:lnTo>
                    <a:pt x="212" y="752"/>
                  </a:lnTo>
                  <a:cubicBezTo>
                    <a:pt x="212" y="916"/>
                    <a:pt x="130" y="1062"/>
                    <a:pt x="0" y="1146"/>
                  </a:cubicBezTo>
                  <a:cubicBezTo>
                    <a:pt x="71" y="1193"/>
                    <a:pt x="158" y="1222"/>
                    <a:pt x="250" y="1222"/>
                  </a:cubicBezTo>
                  <a:cubicBezTo>
                    <a:pt x="261" y="1222"/>
                    <a:pt x="272" y="1221"/>
                    <a:pt x="283" y="1220"/>
                  </a:cubicBezTo>
                  <a:cubicBezTo>
                    <a:pt x="535" y="1207"/>
                    <a:pt x="725" y="993"/>
                    <a:pt x="725" y="741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1"/>
            <p:cNvSpPr/>
            <p:nvPr/>
          </p:nvSpPr>
          <p:spPr>
            <a:xfrm>
              <a:off x="3545850" y="3634300"/>
              <a:ext cx="24375" cy="23450"/>
            </a:xfrm>
            <a:custGeom>
              <a:rect b="b" l="l" r="r" t="t"/>
              <a:pathLst>
                <a:path extrusionOk="0" h="938" w="975">
                  <a:moveTo>
                    <a:pt x="0" y="0"/>
                  </a:moveTo>
                  <a:cubicBezTo>
                    <a:pt x="260" y="0"/>
                    <a:pt x="469" y="212"/>
                    <a:pt x="469" y="472"/>
                  </a:cubicBezTo>
                  <a:cubicBezTo>
                    <a:pt x="469" y="728"/>
                    <a:pt x="257" y="937"/>
                    <a:pt x="0" y="937"/>
                  </a:cubicBezTo>
                  <a:lnTo>
                    <a:pt x="509" y="937"/>
                  </a:lnTo>
                  <a:cubicBezTo>
                    <a:pt x="768" y="937"/>
                    <a:pt x="975" y="728"/>
                    <a:pt x="975" y="472"/>
                  </a:cubicBezTo>
                  <a:cubicBezTo>
                    <a:pt x="975" y="212"/>
                    <a:pt x="768" y="3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1"/>
            <p:cNvSpPr/>
            <p:nvPr/>
          </p:nvSpPr>
          <p:spPr>
            <a:xfrm>
              <a:off x="3479600" y="3340150"/>
              <a:ext cx="423400" cy="390450"/>
            </a:xfrm>
            <a:custGeom>
              <a:rect b="b" l="l" r="r" t="t"/>
              <a:pathLst>
                <a:path extrusionOk="0" h="15618" w="16936">
                  <a:moveTo>
                    <a:pt x="14413" y="499"/>
                  </a:moveTo>
                  <a:cubicBezTo>
                    <a:pt x="14599" y="499"/>
                    <a:pt x="14750" y="647"/>
                    <a:pt x="14750" y="832"/>
                  </a:cubicBezTo>
                  <a:lnTo>
                    <a:pt x="14750" y="2108"/>
                  </a:lnTo>
                  <a:lnTo>
                    <a:pt x="2182" y="2108"/>
                  </a:lnTo>
                  <a:lnTo>
                    <a:pt x="2182" y="832"/>
                  </a:lnTo>
                  <a:cubicBezTo>
                    <a:pt x="2182" y="647"/>
                    <a:pt x="2333" y="499"/>
                    <a:pt x="2518" y="499"/>
                  </a:cubicBezTo>
                  <a:close/>
                  <a:moveTo>
                    <a:pt x="15001" y="3603"/>
                  </a:moveTo>
                  <a:cubicBezTo>
                    <a:pt x="15120" y="3603"/>
                    <a:pt x="15218" y="3704"/>
                    <a:pt x="15218" y="3823"/>
                  </a:cubicBezTo>
                  <a:lnTo>
                    <a:pt x="15218" y="4577"/>
                  </a:lnTo>
                  <a:cubicBezTo>
                    <a:pt x="15218" y="4712"/>
                    <a:pt x="15332" y="4826"/>
                    <a:pt x="15467" y="4826"/>
                  </a:cubicBezTo>
                  <a:lnTo>
                    <a:pt x="16221" y="4826"/>
                  </a:lnTo>
                  <a:cubicBezTo>
                    <a:pt x="16343" y="4826"/>
                    <a:pt x="16441" y="4924"/>
                    <a:pt x="16441" y="5043"/>
                  </a:cubicBezTo>
                  <a:cubicBezTo>
                    <a:pt x="16441" y="5104"/>
                    <a:pt x="16420" y="5157"/>
                    <a:pt x="16377" y="5199"/>
                  </a:cubicBezTo>
                  <a:cubicBezTo>
                    <a:pt x="16332" y="5242"/>
                    <a:pt x="16282" y="5263"/>
                    <a:pt x="16221" y="5263"/>
                  </a:cubicBezTo>
                  <a:lnTo>
                    <a:pt x="15467" y="5263"/>
                  </a:lnTo>
                  <a:cubicBezTo>
                    <a:pt x="15332" y="5263"/>
                    <a:pt x="15218" y="5374"/>
                    <a:pt x="15218" y="5509"/>
                  </a:cubicBezTo>
                  <a:lnTo>
                    <a:pt x="15218" y="6264"/>
                  </a:lnTo>
                  <a:cubicBezTo>
                    <a:pt x="15218" y="6324"/>
                    <a:pt x="15197" y="6377"/>
                    <a:pt x="15157" y="6420"/>
                  </a:cubicBezTo>
                  <a:cubicBezTo>
                    <a:pt x="15112" y="6462"/>
                    <a:pt x="15059" y="6483"/>
                    <a:pt x="15001" y="6483"/>
                  </a:cubicBezTo>
                  <a:cubicBezTo>
                    <a:pt x="14940" y="6483"/>
                    <a:pt x="14887" y="6459"/>
                    <a:pt x="14845" y="6420"/>
                  </a:cubicBezTo>
                  <a:cubicBezTo>
                    <a:pt x="14803" y="6377"/>
                    <a:pt x="14781" y="6324"/>
                    <a:pt x="14781" y="6264"/>
                  </a:cubicBezTo>
                  <a:lnTo>
                    <a:pt x="14781" y="5509"/>
                  </a:lnTo>
                  <a:cubicBezTo>
                    <a:pt x="14781" y="5374"/>
                    <a:pt x="14670" y="5263"/>
                    <a:pt x="14535" y="5263"/>
                  </a:cubicBezTo>
                  <a:lnTo>
                    <a:pt x="13781" y="5263"/>
                  </a:lnTo>
                  <a:cubicBezTo>
                    <a:pt x="13720" y="5263"/>
                    <a:pt x="13667" y="5239"/>
                    <a:pt x="13625" y="5199"/>
                  </a:cubicBezTo>
                  <a:cubicBezTo>
                    <a:pt x="13582" y="5157"/>
                    <a:pt x="13561" y="5104"/>
                    <a:pt x="13561" y="5043"/>
                  </a:cubicBezTo>
                  <a:cubicBezTo>
                    <a:pt x="13561" y="4985"/>
                    <a:pt x="13585" y="4932"/>
                    <a:pt x="13625" y="4887"/>
                  </a:cubicBezTo>
                  <a:cubicBezTo>
                    <a:pt x="13667" y="4845"/>
                    <a:pt x="13720" y="4826"/>
                    <a:pt x="13781" y="4826"/>
                  </a:cubicBezTo>
                  <a:lnTo>
                    <a:pt x="14535" y="4826"/>
                  </a:lnTo>
                  <a:cubicBezTo>
                    <a:pt x="14670" y="4826"/>
                    <a:pt x="14781" y="4712"/>
                    <a:pt x="14781" y="4577"/>
                  </a:cubicBezTo>
                  <a:lnTo>
                    <a:pt x="14781" y="3823"/>
                  </a:lnTo>
                  <a:cubicBezTo>
                    <a:pt x="14781" y="3762"/>
                    <a:pt x="14805" y="3709"/>
                    <a:pt x="14845" y="3667"/>
                  </a:cubicBezTo>
                  <a:cubicBezTo>
                    <a:pt x="14885" y="3627"/>
                    <a:pt x="14940" y="3603"/>
                    <a:pt x="15001" y="3603"/>
                  </a:cubicBezTo>
                  <a:close/>
                  <a:moveTo>
                    <a:pt x="1938" y="10798"/>
                  </a:moveTo>
                  <a:cubicBezTo>
                    <a:pt x="2060" y="10798"/>
                    <a:pt x="2155" y="10896"/>
                    <a:pt x="2155" y="11015"/>
                  </a:cubicBezTo>
                  <a:lnTo>
                    <a:pt x="2155" y="11769"/>
                  </a:lnTo>
                  <a:cubicBezTo>
                    <a:pt x="2155" y="11907"/>
                    <a:pt x="2267" y="12018"/>
                    <a:pt x="2404" y="12018"/>
                  </a:cubicBezTo>
                  <a:lnTo>
                    <a:pt x="3159" y="12018"/>
                  </a:lnTo>
                  <a:cubicBezTo>
                    <a:pt x="3280" y="12018"/>
                    <a:pt x="3378" y="12119"/>
                    <a:pt x="3378" y="12238"/>
                  </a:cubicBezTo>
                  <a:cubicBezTo>
                    <a:pt x="3378" y="12296"/>
                    <a:pt x="3355" y="12349"/>
                    <a:pt x="3315" y="12391"/>
                  </a:cubicBezTo>
                  <a:cubicBezTo>
                    <a:pt x="3272" y="12436"/>
                    <a:pt x="3220" y="12455"/>
                    <a:pt x="3159" y="12455"/>
                  </a:cubicBezTo>
                  <a:lnTo>
                    <a:pt x="2404" y="12455"/>
                  </a:lnTo>
                  <a:cubicBezTo>
                    <a:pt x="2269" y="12455"/>
                    <a:pt x="2155" y="12568"/>
                    <a:pt x="2155" y="12703"/>
                  </a:cubicBezTo>
                  <a:lnTo>
                    <a:pt x="2155" y="13458"/>
                  </a:lnTo>
                  <a:cubicBezTo>
                    <a:pt x="2155" y="13516"/>
                    <a:pt x="2134" y="13569"/>
                    <a:pt x="2095" y="13614"/>
                  </a:cubicBezTo>
                  <a:cubicBezTo>
                    <a:pt x="2055" y="13654"/>
                    <a:pt x="1997" y="13675"/>
                    <a:pt x="1938" y="13675"/>
                  </a:cubicBezTo>
                  <a:cubicBezTo>
                    <a:pt x="1878" y="13675"/>
                    <a:pt x="1825" y="13654"/>
                    <a:pt x="1782" y="13614"/>
                  </a:cubicBezTo>
                  <a:cubicBezTo>
                    <a:pt x="1740" y="13569"/>
                    <a:pt x="1719" y="13516"/>
                    <a:pt x="1719" y="13458"/>
                  </a:cubicBezTo>
                  <a:lnTo>
                    <a:pt x="1719" y="12703"/>
                  </a:lnTo>
                  <a:cubicBezTo>
                    <a:pt x="1719" y="12568"/>
                    <a:pt x="1608" y="12455"/>
                    <a:pt x="1473" y="12455"/>
                  </a:cubicBezTo>
                  <a:lnTo>
                    <a:pt x="718" y="12455"/>
                  </a:lnTo>
                  <a:cubicBezTo>
                    <a:pt x="657" y="12455"/>
                    <a:pt x="604" y="12431"/>
                    <a:pt x="562" y="12391"/>
                  </a:cubicBezTo>
                  <a:cubicBezTo>
                    <a:pt x="520" y="12349"/>
                    <a:pt x="498" y="12296"/>
                    <a:pt x="498" y="12238"/>
                  </a:cubicBezTo>
                  <a:cubicBezTo>
                    <a:pt x="498" y="12177"/>
                    <a:pt x="522" y="12124"/>
                    <a:pt x="562" y="12081"/>
                  </a:cubicBezTo>
                  <a:cubicBezTo>
                    <a:pt x="604" y="12039"/>
                    <a:pt x="657" y="12018"/>
                    <a:pt x="718" y="12018"/>
                  </a:cubicBezTo>
                  <a:lnTo>
                    <a:pt x="1473" y="12018"/>
                  </a:lnTo>
                  <a:cubicBezTo>
                    <a:pt x="1608" y="12018"/>
                    <a:pt x="1719" y="11907"/>
                    <a:pt x="1719" y="11769"/>
                  </a:cubicBezTo>
                  <a:lnTo>
                    <a:pt x="1719" y="11015"/>
                  </a:lnTo>
                  <a:cubicBezTo>
                    <a:pt x="1719" y="10957"/>
                    <a:pt x="1743" y="10904"/>
                    <a:pt x="1782" y="10861"/>
                  </a:cubicBezTo>
                  <a:cubicBezTo>
                    <a:pt x="1825" y="10822"/>
                    <a:pt x="1878" y="10798"/>
                    <a:pt x="1938" y="10798"/>
                  </a:cubicBezTo>
                  <a:close/>
                  <a:moveTo>
                    <a:pt x="2521" y="1"/>
                  </a:moveTo>
                  <a:cubicBezTo>
                    <a:pt x="2063" y="1"/>
                    <a:pt x="1690" y="374"/>
                    <a:pt x="1690" y="832"/>
                  </a:cubicBezTo>
                  <a:lnTo>
                    <a:pt x="1690" y="10345"/>
                  </a:lnTo>
                  <a:cubicBezTo>
                    <a:pt x="1449" y="10427"/>
                    <a:pt x="1216" y="10705"/>
                    <a:pt x="1224" y="11015"/>
                  </a:cubicBezTo>
                  <a:lnTo>
                    <a:pt x="1224" y="11523"/>
                  </a:lnTo>
                  <a:lnTo>
                    <a:pt x="718" y="11523"/>
                  </a:lnTo>
                  <a:cubicBezTo>
                    <a:pt x="525" y="11523"/>
                    <a:pt x="348" y="11597"/>
                    <a:pt x="210" y="11729"/>
                  </a:cubicBezTo>
                  <a:cubicBezTo>
                    <a:pt x="75" y="11867"/>
                    <a:pt x="1" y="12044"/>
                    <a:pt x="1" y="12238"/>
                  </a:cubicBezTo>
                  <a:cubicBezTo>
                    <a:pt x="1" y="12428"/>
                    <a:pt x="78" y="12608"/>
                    <a:pt x="210" y="12743"/>
                  </a:cubicBezTo>
                  <a:cubicBezTo>
                    <a:pt x="345" y="12878"/>
                    <a:pt x="525" y="12952"/>
                    <a:pt x="718" y="12952"/>
                  </a:cubicBezTo>
                  <a:lnTo>
                    <a:pt x="1224" y="12952"/>
                  </a:lnTo>
                  <a:lnTo>
                    <a:pt x="1224" y="13458"/>
                  </a:lnTo>
                  <a:cubicBezTo>
                    <a:pt x="1226" y="13728"/>
                    <a:pt x="1393" y="14016"/>
                    <a:pt x="1690" y="14130"/>
                  </a:cubicBezTo>
                  <a:lnTo>
                    <a:pt x="1690" y="14787"/>
                  </a:lnTo>
                  <a:cubicBezTo>
                    <a:pt x="1690" y="15245"/>
                    <a:pt x="2063" y="15618"/>
                    <a:pt x="2521" y="15618"/>
                  </a:cubicBezTo>
                  <a:lnTo>
                    <a:pt x="14419" y="15618"/>
                  </a:lnTo>
                  <a:cubicBezTo>
                    <a:pt x="14874" y="15618"/>
                    <a:pt x="15250" y="15245"/>
                    <a:pt x="15250" y="14787"/>
                  </a:cubicBezTo>
                  <a:lnTo>
                    <a:pt x="15250" y="7897"/>
                  </a:lnTo>
                  <a:cubicBezTo>
                    <a:pt x="15250" y="7759"/>
                    <a:pt x="15136" y="7648"/>
                    <a:pt x="15001" y="7648"/>
                  </a:cubicBezTo>
                  <a:cubicBezTo>
                    <a:pt x="14866" y="7648"/>
                    <a:pt x="14752" y="7759"/>
                    <a:pt x="14752" y="7897"/>
                  </a:cubicBezTo>
                  <a:lnTo>
                    <a:pt x="14752" y="14787"/>
                  </a:lnTo>
                  <a:cubicBezTo>
                    <a:pt x="14752" y="14972"/>
                    <a:pt x="14604" y="15123"/>
                    <a:pt x="14419" y="15123"/>
                  </a:cubicBezTo>
                  <a:lnTo>
                    <a:pt x="2521" y="15123"/>
                  </a:lnTo>
                  <a:cubicBezTo>
                    <a:pt x="2335" y="15123"/>
                    <a:pt x="2187" y="14972"/>
                    <a:pt x="2187" y="14787"/>
                  </a:cubicBezTo>
                  <a:lnTo>
                    <a:pt x="2187" y="14130"/>
                  </a:lnTo>
                  <a:cubicBezTo>
                    <a:pt x="2428" y="14045"/>
                    <a:pt x="2658" y="13768"/>
                    <a:pt x="2656" y="13458"/>
                  </a:cubicBezTo>
                  <a:lnTo>
                    <a:pt x="2656" y="12952"/>
                  </a:lnTo>
                  <a:lnTo>
                    <a:pt x="3161" y="12952"/>
                  </a:lnTo>
                  <a:cubicBezTo>
                    <a:pt x="3355" y="12952"/>
                    <a:pt x="3532" y="12876"/>
                    <a:pt x="3670" y="12743"/>
                  </a:cubicBezTo>
                  <a:cubicBezTo>
                    <a:pt x="3804" y="12608"/>
                    <a:pt x="3876" y="12428"/>
                    <a:pt x="3876" y="12238"/>
                  </a:cubicBezTo>
                  <a:cubicBezTo>
                    <a:pt x="3876" y="11843"/>
                    <a:pt x="3556" y="11523"/>
                    <a:pt x="3161" y="11523"/>
                  </a:cubicBezTo>
                  <a:lnTo>
                    <a:pt x="2656" y="11523"/>
                  </a:lnTo>
                  <a:lnTo>
                    <a:pt x="2656" y="11015"/>
                  </a:lnTo>
                  <a:cubicBezTo>
                    <a:pt x="2656" y="10708"/>
                    <a:pt x="2460" y="10443"/>
                    <a:pt x="2187" y="10345"/>
                  </a:cubicBezTo>
                  <a:lnTo>
                    <a:pt x="2187" y="2608"/>
                  </a:lnTo>
                  <a:lnTo>
                    <a:pt x="14752" y="2608"/>
                  </a:lnTo>
                  <a:lnTo>
                    <a:pt x="14752" y="3151"/>
                  </a:lnTo>
                  <a:cubicBezTo>
                    <a:pt x="14511" y="3233"/>
                    <a:pt x="14278" y="3511"/>
                    <a:pt x="14286" y="3823"/>
                  </a:cubicBezTo>
                  <a:lnTo>
                    <a:pt x="14286" y="4329"/>
                  </a:lnTo>
                  <a:lnTo>
                    <a:pt x="13781" y="4329"/>
                  </a:lnTo>
                  <a:cubicBezTo>
                    <a:pt x="13588" y="4329"/>
                    <a:pt x="13410" y="4405"/>
                    <a:pt x="13273" y="4538"/>
                  </a:cubicBezTo>
                  <a:cubicBezTo>
                    <a:pt x="13138" y="4673"/>
                    <a:pt x="13066" y="4853"/>
                    <a:pt x="13066" y="5043"/>
                  </a:cubicBezTo>
                  <a:cubicBezTo>
                    <a:pt x="13066" y="5237"/>
                    <a:pt x="13140" y="5414"/>
                    <a:pt x="13273" y="5549"/>
                  </a:cubicBezTo>
                  <a:cubicBezTo>
                    <a:pt x="13410" y="5686"/>
                    <a:pt x="13588" y="5758"/>
                    <a:pt x="13781" y="5758"/>
                  </a:cubicBezTo>
                  <a:lnTo>
                    <a:pt x="14286" y="5758"/>
                  </a:lnTo>
                  <a:lnTo>
                    <a:pt x="14286" y="6264"/>
                  </a:lnTo>
                  <a:cubicBezTo>
                    <a:pt x="14286" y="6457"/>
                    <a:pt x="14363" y="6634"/>
                    <a:pt x="14495" y="6772"/>
                  </a:cubicBezTo>
                  <a:cubicBezTo>
                    <a:pt x="14630" y="6907"/>
                    <a:pt x="14808" y="6978"/>
                    <a:pt x="15001" y="6978"/>
                  </a:cubicBezTo>
                  <a:cubicBezTo>
                    <a:pt x="15192" y="6978"/>
                    <a:pt x="15372" y="6904"/>
                    <a:pt x="15507" y="6772"/>
                  </a:cubicBezTo>
                  <a:cubicBezTo>
                    <a:pt x="15642" y="6634"/>
                    <a:pt x="15716" y="6457"/>
                    <a:pt x="15716" y="6264"/>
                  </a:cubicBezTo>
                  <a:lnTo>
                    <a:pt x="15716" y="5758"/>
                  </a:lnTo>
                  <a:lnTo>
                    <a:pt x="16221" y="5758"/>
                  </a:lnTo>
                  <a:cubicBezTo>
                    <a:pt x="16415" y="5758"/>
                    <a:pt x="16592" y="5681"/>
                    <a:pt x="16727" y="5549"/>
                  </a:cubicBezTo>
                  <a:cubicBezTo>
                    <a:pt x="16864" y="5414"/>
                    <a:pt x="16936" y="5237"/>
                    <a:pt x="16936" y="5043"/>
                  </a:cubicBezTo>
                  <a:cubicBezTo>
                    <a:pt x="16936" y="4646"/>
                    <a:pt x="16616" y="4326"/>
                    <a:pt x="16221" y="4326"/>
                  </a:cubicBezTo>
                  <a:lnTo>
                    <a:pt x="15716" y="4326"/>
                  </a:lnTo>
                  <a:lnTo>
                    <a:pt x="15716" y="3820"/>
                  </a:lnTo>
                  <a:cubicBezTo>
                    <a:pt x="15716" y="3511"/>
                    <a:pt x="15520" y="3251"/>
                    <a:pt x="15250" y="3148"/>
                  </a:cubicBezTo>
                  <a:lnTo>
                    <a:pt x="15250" y="832"/>
                  </a:lnTo>
                  <a:cubicBezTo>
                    <a:pt x="15250" y="374"/>
                    <a:pt x="14874" y="1"/>
                    <a:pt x="14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1"/>
            <p:cNvSpPr/>
            <p:nvPr/>
          </p:nvSpPr>
          <p:spPr>
            <a:xfrm>
              <a:off x="3557500" y="3366575"/>
              <a:ext cx="71950" cy="12375"/>
            </a:xfrm>
            <a:custGeom>
              <a:rect b="b" l="l" r="r" t="t"/>
              <a:pathLst>
                <a:path extrusionOk="0" h="495" w="2878">
                  <a:moveTo>
                    <a:pt x="249" y="0"/>
                  </a:moveTo>
                  <a:cubicBezTo>
                    <a:pt x="111" y="0"/>
                    <a:pt x="0" y="111"/>
                    <a:pt x="0" y="249"/>
                  </a:cubicBezTo>
                  <a:cubicBezTo>
                    <a:pt x="0" y="384"/>
                    <a:pt x="111" y="495"/>
                    <a:pt x="249" y="495"/>
                  </a:cubicBezTo>
                  <a:lnTo>
                    <a:pt x="2631" y="495"/>
                  </a:lnTo>
                  <a:cubicBezTo>
                    <a:pt x="2766" y="495"/>
                    <a:pt x="2878" y="384"/>
                    <a:pt x="2878" y="249"/>
                  </a:cubicBezTo>
                  <a:cubicBezTo>
                    <a:pt x="2878" y="111"/>
                    <a:pt x="2766" y="0"/>
                    <a:pt x="2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1"/>
            <p:cNvSpPr/>
            <p:nvPr/>
          </p:nvSpPr>
          <p:spPr>
            <a:xfrm>
              <a:off x="3569150" y="3437975"/>
              <a:ext cx="244200" cy="243325"/>
            </a:xfrm>
            <a:custGeom>
              <a:rect b="b" l="l" r="r" t="t"/>
              <a:pathLst>
                <a:path extrusionOk="0" h="9733" w="9768">
                  <a:moveTo>
                    <a:pt x="4884" y="0"/>
                  </a:moveTo>
                  <a:cubicBezTo>
                    <a:pt x="2192" y="0"/>
                    <a:pt x="0" y="2189"/>
                    <a:pt x="0" y="4884"/>
                  </a:cubicBezTo>
                  <a:cubicBezTo>
                    <a:pt x="0" y="7345"/>
                    <a:pt x="1840" y="9426"/>
                    <a:pt x="4275" y="9730"/>
                  </a:cubicBezTo>
                  <a:cubicBezTo>
                    <a:pt x="4285" y="9731"/>
                    <a:pt x="4295" y="9732"/>
                    <a:pt x="4304" y="9732"/>
                  </a:cubicBezTo>
                  <a:cubicBezTo>
                    <a:pt x="4428" y="9732"/>
                    <a:pt x="4538" y="9641"/>
                    <a:pt x="4553" y="9516"/>
                  </a:cubicBezTo>
                  <a:cubicBezTo>
                    <a:pt x="4569" y="9378"/>
                    <a:pt x="4473" y="9254"/>
                    <a:pt x="4338" y="9238"/>
                  </a:cubicBezTo>
                  <a:cubicBezTo>
                    <a:pt x="2147" y="8965"/>
                    <a:pt x="498" y="7094"/>
                    <a:pt x="498" y="4884"/>
                  </a:cubicBezTo>
                  <a:cubicBezTo>
                    <a:pt x="498" y="2464"/>
                    <a:pt x="2464" y="495"/>
                    <a:pt x="4884" y="495"/>
                  </a:cubicBezTo>
                  <a:cubicBezTo>
                    <a:pt x="7303" y="495"/>
                    <a:pt x="9272" y="2464"/>
                    <a:pt x="9272" y="4884"/>
                  </a:cubicBezTo>
                  <a:cubicBezTo>
                    <a:pt x="9272" y="7094"/>
                    <a:pt x="7621" y="8965"/>
                    <a:pt x="5429" y="9238"/>
                  </a:cubicBezTo>
                  <a:cubicBezTo>
                    <a:pt x="5294" y="9254"/>
                    <a:pt x="5199" y="9378"/>
                    <a:pt x="5215" y="9516"/>
                  </a:cubicBezTo>
                  <a:cubicBezTo>
                    <a:pt x="5230" y="9640"/>
                    <a:pt x="5336" y="9733"/>
                    <a:pt x="5463" y="9733"/>
                  </a:cubicBezTo>
                  <a:cubicBezTo>
                    <a:pt x="5474" y="9733"/>
                    <a:pt x="5482" y="9733"/>
                    <a:pt x="5493" y="9730"/>
                  </a:cubicBezTo>
                  <a:cubicBezTo>
                    <a:pt x="7930" y="9428"/>
                    <a:pt x="9767" y="7345"/>
                    <a:pt x="9767" y="4884"/>
                  </a:cubicBezTo>
                  <a:cubicBezTo>
                    <a:pt x="9767" y="2189"/>
                    <a:pt x="7578" y="0"/>
                    <a:pt x="4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3661525" y="3504600"/>
              <a:ext cx="59775" cy="73875"/>
            </a:xfrm>
            <a:custGeom>
              <a:rect b="b" l="l" r="r" t="t"/>
              <a:pathLst>
                <a:path extrusionOk="0" h="2955" w="2391">
                  <a:moveTo>
                    <a:pt x="1197" y="951"/>
                  </a:moveTo>
                  <a:lnTo>
                    <a:pt x="1766" y="2462"/>
                  </a:lnTo>
                  <a:lnTo>
                    <a:pt x="620" y="2462"/>
                  </a:lnTo>
                  <a:lnTo>
                    <a:pt x="1197" y="951"/>
                  </a:lnTo>
                  <a:close/>
                  <a:moveTo>
                    <a:pt x="1199" y="1"/>
                  </a:moveTo>
                  <a:cubicBezTo>
                    <a:pt x="1096" y="1"/>
                    <a:pt x="1003" y="64"/>
                    <a:pt x="966" y="159"/>
                  </a:cubicBezTo>
                  <a:lnTo>
                    <a:pt x="32" y="2621"/>
                  </a:lnTo>
                  <a:cubicBezTo>
                    <a:pt x="0" y="2698"/>
                    <a:pt x="11" y="2782"/>
                    <a:pt x="59" y="2849"/>
                  </a:cubicBezTo>
                  <a:cubicBezTo>
                    <a:pt x="104" y="2915"/>
                    <a:pt x="180" y="2954"/>
                    <a:pt x="262" y="2954"/>
                  </a:cubicBezTo>
                  <a:lnTo>
                    <a:pt x="2128" y="2954"/>
                  </a:lnTo>
                  <a:cubicBezTo>
                    <a:pt x="2210" y="2954"/>
                    <a:pt x="2287" y="2915"/>
                    <a:pt x="2335" y="2849"/>
                  </a:cubicBezTo>
                  <a:cubicBezTo>
                    <a:pt x="2380" y="2782"/>
                    <a:pt x="2390" y="2698"/>
                    <a:pt x="2361" y="2621"/>
                  </a:cubicBezTo>
                  <a:lnTo>
                    <a:pt x="1430" y="162"/>
                  </a:lnTo>
                  <a:cubicBezTo>
                    <a:pt x="1395" y="67"/>
                    <a:pt x="1303" y="3"/>
                    <a:pt x="1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3618775" y="3465500"/>
              <a:ext cx="145000" cy="169250"/>
            </a:xfrm>
            <a:custGeom>
              <a:rect b="b" l="l" r="r" t="t"/>
              <a:pathLst>
                <a:path extrusionOk="0" h="6770" w="5800">
                  <a:moveTo>
                    <a:pt x="2912" y="500"/>
                  </a:moveTo>
                  <a:cubicBezTo>
                    <a:pt x="3052" y="500"/>
                    <a:pt x="3174" y="582"/>
                    <a:pt x="3227" y="707"/>
                  </a:cubicBezTo>
                  <a:lnTo>
                    <a:pt x="5215" y="5980"/>
                  </a:lnTo>
                  <a:cubicBezTo>
                    <a:pt x="5284" y="6165"/>
                    <a:pt x="5133" y="6236"/>
                    <a:pt x="5082" y="6252"/>
                  </a:cubicBezTo>
                  <a:cubicBezTo>
                    <a:pt x="5063" y="6259"/>
                    <a:pt x="5026" y="6271"/>
                    <a:pt x="4984" y="6271"/>
                  </a:cubicBezTo>
                  <a:cubicBezTo>
                    <a:pt x="4919" y="6271"/>
                    <a:pt x="4844" y="6244"/>
                    <a:pt x="4802" y="6133"/>
                  </a:cubicBezTo>
                  <a:lnTo>
                    <a:pt x="4421" y="5125"/>
                  </a:lnTo>
                  <a:cubicBezTo>
                    <a:pt x="4384" y="5029"/>
                    <a:pt x="4291" y="4963"/>
                    <a:pt x="4190" y="4963"/>
                  </a:cubicBezTo>
                  <a:lnTo>
                    <a:pt x="1615" y="4963"/>
                  </a:lnTo>
                  <a:cubicBezTo>
                    <a:pt x="1512" y="4963"/>
                    <a:pt x="1419" y="5027"/>
                    <a:pt x="1385" y="5122"/>
                  </a:cubicBezTo>
                  <a:lnTo>
                    <a:pt x="1001" y="6130"/>
                  </a:lnTo>
                  <a:cubicBezTo>
                    <a:pt x="956" y="6243"/>
                    <a:pt x="878" y="6271"/>
                    <a:pt x="814" y="6271"/>
                  </a:cubicBezTo>
                  <a:cubicBezTo>
                    <a:pt x="772" y="6271"/>
                    <a:pt x="736" y="6259"/>
                    <a:pt x="718" y="6252"/>
                  </a:cubicBezTo>
                  <a:cubicBezTo>
                    <a:pt x="673" y="6234"/>
                    <a:pt x="519" y="6160"/>
                    <a:pt x="591" y="5977"/>
                  </a:cubicBezTo>
                  <a:lnTo>
                    <a:pt x="2594" y="715"/>
                  </a:lnTo>
                  <a:lnTo>
                    <a:pt x="2597" y="712"/>
                  </a:lnTo>
                  <a:cubicBezTo>
                    <a:pt x="2650" y="582"/>
                    <a:pt x="2774" y="500"/>
                    <a:pt x="2912" y="500"/>
                  </a:cubicBezTo>
                  <a:close/>
                  <a:moveTo>
                    <a:pt x="2909" y="0"/>
                  </a:moveTo>
                  <a:cubicBezTo>
                    <a:pt x="2568" y="0"/>
                    <a:pt x="2263" y="204"/>
                    <a:pt x="2134" y="519"/>
                  </a:cubicBezTo>
                  <a:cubicBezTo>
                    <a:pt x="2131" y="527"/>
                    <a:pt x="2131" y="532"/>
                    <a:pt x="2128" y="535"/>
                  </a:cubicBezTo>
                  <a:lnTo>
                    <a:pt x="122" y="5800"/>
                  </a:lnTo>
                  <a:cubicBezTo>
                    <a:pt x="0" y="6128"/>
                    <a:pt x="104" y="6549"/>
                    <a:pt x="540" y="6715"/>
                  </a:cubicBezTo>
                  <a:cubicBezTo>
                    <a:pt x="636" y="6752"/>
                    <a:pt x="731" y="6768"/>
                    <a:pt x="818" y="6768"/>
                  </a:cubicBezTo>
                  <a:cubicBezTo>
                    <a:pt x="1123" y="6768"/>
                    <a:pt x="1361" y="6565"/>
                    <a:pt x="1464" y="6310"/>
                  </a:cubicBezTo>
                  <a:lnTo>
                    <a:pt x="1787" y="5458"/>
                  </a:lnTo>
                  <a:lnTo>
                    <a:pt x="4021" y="5458"/>
                  </a:lnTo>
                  <a:lnTo>
                    <a:pt x="4339" y="6310"/>
                  </a:lnTo>
                  <a:cubicBezTo>
                    <a:pt x="4435" y="6564"/>
                    <a:pt x="4673" y="6769"/>
                    <a:pt x="4980" y="6769"/>
                  </a:cubicBezTo>
                  <a:cubicBezTo>
                    <a:pt x="5067" y="6769"/>
                    <a:pt x="5160" y="6752"/>
                    <a:pt x="5257" y="6715"/>
                  </a:cubicBezTo>
                  <a:cubicBezTo>
                    <a:pt x="5694" y="6551"/>
                    <a:pt x="5800" y="6130"/>
                    <a:pt x="5678" y="5802"/>
                  </a:cubicBezTo>
                  <a:lnTo>
                    <a:pt x="3690" y="540"/>
                  </a:lnTo>
                  <a:cubicBezTo>
                    <a:pt x="3688" y="532"/>
                    <a:pt x="3688" y="527"/>
                    <a:pt x="3682" y="519"/>
                  </a:cubicBezTo>
                  <a:cubicBezTo>
                    <a:pt x="3555" y="204"/>
                    <a:pt x="3251" y="0"/>
                    <a:pt x="29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1"/>
            <p:cNvSpPr/>
            <p:nvPr/>
          </p:nvSpPr>
          <p:spPr>
            <a:xfrm>
              <a:off x="3559800" y="3429075"/>
              <a:ext cx="27100" cy="25525"/>
            </a:xfrm>
            <a:custGeom>
              <a:rect b="b" l="l" r="r" t="t"/>
              <a:pathLst>
                <a:path extrusionOk="0" h="1021" w="1084">
                  <a:moveTo>
                    <a:pt x="273" y="0"/>
                  </a:moveTo>
                  <a:cubicBezTo>
                    <a:pt x="208" y="0"/>
                    <a:pt x="145" y="25"/>
                    <a:pt x="96" y="73"/>
                  </a:cubicBezTo>
                  <a:cubicBezTo>
                    <a:pt x="1" y="173"/>
                    <a:pt x="4" y="327"/>
                    <a:pt x="99" y="425"/>
                  </a:cubicBezTo>
                  <a:lnTo>
                    <a:pt x="636" y="946"/>
                  </a:lnTo>
                  <a:cubicBezTo>
                    <a:pt x="681" y="997"/>
                    <a:pt x="745" y="1020"/>
                    <a:pt x="808" y="1020"/>
                  </a:cubicBezTo>
                  <a:cubicBezTo>
                    <a:pt x="872" y="1020"/>
                    <a:pt x="938" y="994"/>
                    <a:pt x="986" y="944"/>
                  </a:cubicBezTo>
                  <a:cubicBezTo>
                    <a:pt x="1084" y="846"/>
                    <a:pt x="1078" y="690"/>
                    <a:pt x="983" y="594"/>
                  </a:cubicBezTo>
                  <a:lnTo>
                    <a:pt x="448" y="70"/>
                  </a:lnTo>
                  <a:cubicBezTo>
                    <a:pt x="399" y="23"/>
                    <a:pt x="336" y="0"/>
                    <a:pt x="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1"/>
            <p:cNvSpPr/>
            <p:nvPr/>
          </p:nvSpPr>
          <p:spPr>
            <a:xfrm>
              <a:off x="3815575" y="3366575"/>
              <a:ext cx="12400" cy="12375"/>
            </a:xfrm>
            <a:custGeom>
              <a:rect b="b" l="l" r="r" t="t"/>
              <a:pathLst>
                <a:path extrusionOk="0" h="495" w="496">
                  <a:moveTo>
                    <a:pt x="247" y="0"/>
                  </a:moveTo>
                  <a:cubicBezTo>
                    <a:pt x="112" y="0"/>
                    <a:pt x="0" y="111"/>
                    <a:pt x="0" y="249"/>
                  </a:cubicBezTo>
                  <a:cubicBezTo>
                    <a:pt x="0" y="384"/>
                    <a:pt x="112" y="495"/>
                    <a:pt x="247" y="495"/>
                  </a:cubicBezTo>
                  <a:cubicBezTo>
                    <a:pt x="384" y="495"/>
                    <a:pt x="495" y="384"/>
                    <a:pt x="495" y="249"/>
                  </a:cubicBezTo>
                  <a:cubicBezTo>
                    <a:pt x="495" y="111"/>
                    <a:pt x="384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1"/>
            <p:cNvSpPr/>
            <p:nvPr/>
          </p:nvSpPr>
          <p:spPr>
            <a:xfrm>
              <a:off x="3603875" y="3424400"/>
              <a:ext cx="12475" cy="12400"/>
            </a:xfrm>
            <a:custGeom>
              <a:rect b="b" l="l" r="r" t="t"/>
              <a:pathLst>
                <a:path extrusionOk="0" h="496" w="499">
                  <a:moveTo>
                    <a:pt x="250" y="0"/>
                  </a:moveTo>
                  <a:cubicBezTo>
                    <a:pt x="112" y="0"/>
                    <a:pt x="1" y="109"/>
                    <a:pt x="1" y="247"/>
                  </a:cubicBezTo>
                  <a:cubicBezTo>
                    <a:pt x="1" y="384"/>
                    <a:pt x="112" y="495"/>
                    <a:pt x="250" y="495"/>
                  </a:cubicBezTo>
                  <a:cubicBezTo>
                    <a:pt x="387" y="495"/>
                    <a:pt x="498" y="384"/>
                    <a:pt x="498" y="247"/>
                  </a:cubicBezTo>
                  <a:cubicBezTo>
                    <a:pt x="498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1"/>
            <p:cNvSpPr/>
            <p:nvPr/>
          </p:nvSpPr>
          <p:spPr>
            <a:xfrm>
              <a:off x="3556625" y="3472650"/>
              <a:ext cx="12475" cy="12450"/>
            </a:xfrm>
            <a:custGeom>
              <a:rect b="b" l="l" r="r" t="t"/>
              <a:pathLst>
                <a:path extrusionOk="0" h="498" w="499">
                  <a:moveTo>
                    <a:pt x="250" y="0"/>
                  </a:moveTo>
                  <a:cubicBezTo>
                    <a:pt x="112" y="0"/>
                    <a:pt x="1" y="111"/>
                    <a:pt x="1" y="249"/>
                  </a:cubicBezTo>
                  <a:cubicBezTo>
                    <a:pt x="1" y="386"/>
                    <a:pt x="112" y="498"/>
                    <a:pt x="250" y="498"/>
                  </a:cubicBezTo>
                  <a:cubicBezTo>
                    <a:pt x="387" y="498"/>
                    <a:pt x="499" y="386"/>
                    <a:pt x="499" y="249"/>
                  </a:cubicBezTo>
                  <a:cubicBezTo>
                    <a:pt x="499" y="111"/>
                    <a:pt x="387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0" name="Google Shape;760;p31"/>
          <p:cNvGrpSpPr/>
          <p:nvPr/>
        </p:nvGrpSpPr>
        <p:grpSpPr>
          <a:xfrm>
            <a:off x="7370484" y="1361452"/>
            <a:ext cx="317640" cy="304657"/>
            <a:chOff x="4572071" y="3440327"/>
            <a:chExt cx="317640" cy="304657"/>
          </a:xfrm>
        </p:grpSpPr>
        <p:sp>
          <p:nvSpPr>
            <p:cNvPr id="761" name="Google Shape;761;p31"/>
            <p:cNvSpPr/>
            <p:nvPr/>
          </p:nvSpPr>
          <p:spPr>
            <a:xfrm flipH="1">
              <a:off x="4594982" y="3440327"/>
              <a:ext cx="64279" cy="64597"/>
            </a:xfrm>
            <a:custGeom>
              <a:rect b="b" l="l" r="r" t="t"/>
              <a:pathLst>
                <a:path extrusionOk="0" h="1015" w="1010">
                  <a:moveTo>
                    <a:pt x="507" y="0"/>
                  </a:moveTo>
                  <a:cubicBezTo>
                    <a:pt x="412" y="337"/>
                    <a:pt x="337" y="412"/>
                    <a:pt x="0" y="507"/>
                  </a:cubicBezTo>
                  <a:cubicBezTo>
                    <a:pt x="337" y="602"/>
                    <a:pt x="412" y="678"/>
                    <a:pt x="507" y="1014"/>
                  </a:cubicBezTo>
                  <a:cubicBezTo>
                    <a:pt x="597" y="678"/>
                    <a:pt x="673" y="602"/>
                    <a:pt x="1009" y="507"/>
                  </a:cubicBezTo>
                  <a:cubicBezTo>
                    <a:pt x="673" y="412"/>
                    <a:pt x="597" y="341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1"/>
            <p:cNvSpPr/>
            <p:nvPr/>
          </p:nvSpPr>
          <p:spPr>
            <a:xfrm flipH="1">
              <a:off x="4572071" y="3618844"/>
              <a:ext cx="125821" cy="126139"/>
            </a:xfrm>
            <a:custGeom>
              <a:rect b="b" l="l" r="r" t="t"/>
              <a:pathLst>
                <a:path extrusionOk="0" h="1982" w="1977">
                  <a:moveTo>
                    <a:pt x="986" y="1"/>
                  </a:moveTo>
                  <a:cubicBezTo>
                    <a:pt x="806" y="659"/>
                    <a:pt x="659" y="811"/>
                    <a:pt x="0" y="991"/>
                  </a:cubicBezTo>
                  <a:cubicBezTo>
                    <a:pt x="659" y="1171"/>
                    <a:pt x="806" y="1323"/>
                    <a:pt x="986" y="1981"/>
                  </a:cubicBezTo>
                  <a:cubicBezTo>
                    <a:pt x="1171" y="1323"/>
                    <a:pt x="1318" y="1171"/>
                    <a:pt x="1977" y="991"/>
                  </a:cubicBezTo>
                  <a:cubicBezTo>
                    <a:pt x="1318" y="811"/>
                    <a:pt x="1171" y="659"/>
                    <a:pt x="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1"/>
            <p:cNvSpPr/>
            <p:nvPr/>
          </p:nvSpPr>
          <p:spPr>
            <a:xfrm flipH="1">
              <a:off x="4791638" y="3520835"/>
              <a:ext cx="98073" cy="98073"/>
            </a:xfrm>
            <a:custGeom>
              <a:rect b="b" l="l" r="r" t="t"/>
              <a:pathLst>
                <a:path extrusionOk="0" h="1541" w="1541">
                  <a:moveTo>
                    <a:pt x="768" y="0"/>
                  </a:moveTo>
                  <a:cubicBezTo>
                    <a:pt x="626" y="517"/>
                    <a:pt x="512" y="631"/>
                    <a:pt x="1" y="773"/>
                  </a:cubicBezTo>
                  <a:cubicBezTo>
                    <a:pt x="512" y="915"/>
                    <a:pt x="626" y="1029"/>
                    <a:pt x="768" y="1541"/>
                  </a:cubicBezTo>
                  <a:cubicBezTo>
                    <a:pt x="910" y="1029"/>
                    <a:pt x="1024" y="915"/>
                    <a:pt x="1541" y="773"/>
                  </a:cubicBezTo>
                  <a:cubicBezTo>
                    <a:pt x="1029" y="631"/>
                    <a:pt x="910" y="517"/>
                    <a:pt x="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2"/>
          <p:cNvSpPr txBox="1"/>
          <p:nvPr>
            <p:ph type="title"/>
          </p:nvPr>
        </p:nvSpPr>
        <p:spPr>
          <a:xfrm>
            <a:off x="720000" y="56962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Technologies utilisées</a:t>
            </a:r>
            <a:endParaRPr b="0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2"/>
          <p:cNvSpPr/>
          <p:nvPr/>
        </p:nvSpPr>
        <p:spPr>
          <a:xfrm>
            <a:off x="3442322" y="1820100"/>
            <a:ext cx="2259300" cy="4425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Methods</a:t>
            </a:r>
            <a:endParaRPr b="1"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70" name="Google Shape;770;p32"/>
          <p:cNvSpPr/>
          <p:nvPr/>
        </p:nvSpPr>
        <p:spPr>
          <a:xfrm>
            <a:off x="713225" y="2810175"/>
            <a:ext cx="1273500" cy="1386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C# / ASP.NET Core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71" name="Google Shape;771;p32"/>
          <p:cNvSpPr/>
          <p:nvPr/>
        </p:nvSpPr>
        <p:spPr>
          <a:xfrm>
            <a:off x="2462825" y="2933700"/>
            <a:ext cx="1987500" cy="11415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Entity Framework Core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72" name="Google Shape;772;p32"/>
          <p:cNvSpPr/>
          <p:nvPr/>
        </p:nvSpPr>
        <p:spPr>
          <a:xfrm>
            <a:off x="4694075" y="2810175"/>
            <a:ext cx="1749600" cy="5727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SQL Server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73" name="Google Shape;773;p32"/>
          <p:cNvSpPr/>
          <p:nvPr/>
        </p:nvSpPr>
        <p:spPr>
          <a:xfrm>
            <a:off x="6674400" y="2933700"/>
            <a:ext cx="2087700" cy="8616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HTML / CSS / JavaScript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774" name="Google Shape;774;p32"/>
          <p:cNvCxnSpPr>
            <a:stCxn id="769" idx="2"/>
            <a:endCxn id="771" idx="0"/>
          </p:cNvCxnSpPr>
          <p:nvPr/>
        </p:nvCxnSpPr>
        <p:spPr>
          <a:xfrm rot="5400000">
            <a:off x="3678722" y="2040450"/>
            <a:ext cx="671100" cy="111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p32"/>
          <p:cNvCxnSpPr>
            <a:stCxn id="770" idx="0"/>
            <a:endCxn id="769" idx="2"/>
          </p:cNvCxnSpPr>
          <p:nvPr/>
        </p:nvCxnSpPr>
        <p:spPr>
          <a:xfrm rot="-5400000">
            <a:off x="2687225" y="925425"/>
            <a:ext cx="547500" cy="3222000"/>
          </a:xfrm>
          <a:prstGeom prst="bentConnector3">
            <a:avLst>
              <a:gd fmla="val 5000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6" name="Google Shape;776;p32"/>
          <p:cNvCxnSpPr>
            <a:stCxn id="769" idx="2"/>
            <a:endCxn id="773" idx="0"/>
          </p:cNvCxnSpPr>
          <p:nvPr/>
        </p:nvCxnSpPr>
        <p:spPr>
          <a:xfrm flipH="1" rot="-5400000">
            <a:off x="5809622" y="1024950"/>
            <a:ext cx="671100" cy="3146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7" name="Google Shape;777;p32"/>
          <p:cNvCxnSpPr>
            <a:stCxn id="772" idx="0"/>
            <a:endCxn id="769" idx="2"/>
          </p:cNvCxnSpPr>
          <p:nvPr/>
        </p:nvCxnSpPr>
        <p:spPr>
          <a:xfrm flipH="1" rot="5400000">
            <a:off x="4796675" y="2037975"/>
            <a:ext cx="547500" cy="996900"/>
          </a:xfrm>
          <a:prstGeom prst="bentConnector3">
            <a:avLst>
              <a:gd fmla="val 5000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8" name="Google Shape;778;p32"/>
          <p:cNvSpPr txBox="1"/>
          <p:nvPr/>
        </p:nvSpPr>
        <p:spPr>
          <a:xfrm>
            <a:off x="818975" y="3531800"/>
            <a:ext cx="1538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9" name="Google Shape;779;p32"/>
          <p:cNvSpPr txBox="1"/>
          <p:nvPr/>
        </p:nvSpPr>
        <p:spPr>
          <a:xfrm>
            <a:off x="6781026" y="3531800"/>
            <a:ext cx="1536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0" name="Google Shape;780;p32"/>
          <p:cNvSpPr txBox="1"/>
          <p:nvPr/>
        </p:nvSpPr>
        <p:spPr>
          <a:xfrm>
            <a:off x="4794876" y="3531800"/>
            <a:ext cx="1536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81" name="Google Shape;781;p32"/>
          <p:cNvGrpSpPr/>
          <p:nvPr/>
        </p:nvGrpSpPr>
        <p:grpSpPr>
          <a:xfrm>
            <a:off x="4359713" y="1335175"/>
            <a:ext cx="424525" cy="368275"/>
            <a:chOff x="6304100" y="1254775"/>
            <a:chExt cx="424525" cy="368275"/>
          </a:xfrm>
        </p:grpSpPr>
        <p:sp>
          <p:nvSpPr>
            <p:cNvPr id="782" name="Google Shape;782;p32"/>
            <p:cNvSpPr/>
            <p:nvPr/>
          </p:nvSpPr>
          <p:spPr>
            <a:xfrm>
              <a:off x="6310250" y="1576850"/>
              <a:ext cx="412400" cy="40050"/>
            </a:xfrm>
            <a:custGeom>
              <a:rect b="b" l="l" r="r" t="t"/>
              <a:pathLst>
                <a:path extrusionOk="0" h="1602" w="16496">
                  <a:moveTo>
                    <a:pt x="286" y="0"/>
                  </a:moveTo>
                  <a:cubicBezTo>
                    <a:pt x="122" y="0"/>
                    <a:pt x="0" y="149"/>
                    <a:pt x="29" y="310"/>
                  </a:cubicBezTo>
                  <a:cubicBezTo>
                    <a:pt x="167" y="1059"/>
                    <a:pt x="821" y="1602"/>
                    <a:pt x="1580" y="1602"/>
                  </a:cubicBezTo>
                  <a:lnTo>
                    <a:pt x="14908" y="1602"/>
                  </a:lnTo>
                  <a:cubicBezTo>
                    <a:pt x="15670" y="1602"/>
                    <a:pt x="16321" y="1059"/>
                    <a:pt x="16464" y="310"/>
                  </a:cubicBezTo>
                  <a:cubicBezTo>
                    <a:pt x="16496" y="149"/>
                    <a:pt x="16371" y="0"/>
                    <a:pt x="16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2"/>
            <p:cNvSpPr/>
            <p:nvPr/>
          </p:nvSpPr>
          <p:spPr>
            <a:xfrm>
              <a:off x="6650900" y="1576850"/>
              <a:ext cx="71700" cy="40050"/>
            </a:xfrm>
            <a:custGeom>
              <a:rect b="b" l="l" r="r" t="t"/>
              <a:pathLst>
                <a:path extrusionOk="0" h="1602" w="2868">
                  <a:moveTo>
                    <a:pt x="1295" y="0"/>
                  </a:moveTo>
                  <a:cubicBezTo>
                    <a:pt x="1462" y="0"/>
                    <a:pt x="1586" y="149"/>
                    <a:pt x="1554" y="310"/>
                  </a:cubicBezTo>
                  <a:cubicBezTo>
                    <a:pt x="1414" y="1059"/>
                    <a:pt x="760" y="1602"/>
                    <a:pt x="1" y="1602"/>
                  </a:cubicBezTo>
                  <a:lnTo>
                    <a:pt x="1282" y="1602"/>
                  </a:lnTo>
                  <a:cubicBezTo>
                    <a:pt x="2044" y="1602"/>
                    <a:pt x="2695" y="1059"/>
                    <a:pt x="2833" y="310"/>
                  </a:cubicBezTo>
                  <a:cubicBezTo>
                    <a:pt x="2867" y="149"/>
                    <a:pt x="2740" y="0"/>
                    <a:pt x="2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2"/>
            <p:cNvSpPr/>
            <p:nvPr/>
          </p:nvSpPr>
          <p:spPr>
            <a:xfrm>
              <a:off x="6344125" y="1546875"/>
              <a:ext cx="344525" cy="30000"/>
            </a:xfrm>
            <a:custGeom>
              <a:rect b="b" l="l" r="r" t="t"/>
              <a:pathLst>
                <a:path extrusionOk="0" h="1200" w="13781">
                  <a:moveTo>
                    <a:pt x="0" y="0"/>
                  </a:moveTo>
                  <a:lnTo>
                    <a:pt x="0" y="1199"/>
                  </a:lnTo>
                  <a:lnTo>
                    <a:pt x="13780" y="1199"/>
                  </a:lnTo>
                  <a:lnTo>
                    <a:pt x="137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2"/>
            <p:cNvSpPr/>
            <p:nvPr/>
          </p:nvSpPr>
          <p:spPr>
            <a:xfrm>
              <a:off x="6656650" y="1546875"/>
              <a:ext cx="32000" cy="30000"/>
            </a:xfrm>
            <a:custGeom>
              <a:rect b="b" l="l" r="r" t="t"/>
              <a:pathLst>
                <a:path extrusionOk="0" h="1200" w="1280">
                  <a:moveTo>
                    <a:pt x="1" y="0"/>
                  </a:moveTo>
                  <a:lnTo>
                    <a:pt x="1" y="1199"/>
                  </a:lnTo>
                  <a:lnTo>
                    <a:pt x="1279" y="1199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2"/>
            <p:cNvSpPr/>
            <p:nvPr/>
          </p:nvSpPr>
          <p:spPr>
            <a:xfrm>
              <a:off x="6344050" y="1330475"/>
              <a:ext cx="344525" cy="216425"/>
            </a:xfrm>
            <a:custGeom>
              <a:rect b="b" l="l" r="r" t="t"/>
              <a:pathLst>
                <a:path extrusionOk="0" h="8657" w="13781">
                  <a:moveTo>
                    <a:pt x="739" y="1"/>
                  </a:moveTo>
                  <a:cubicBezTo>
                    <a:pt x="332" y="1"/>
                    <a:pt x="1" y="332"/>
                    <a:pt x="1" y="739"/>
                  </a:cubicBezTo>
                  <a:lnTo>
                    <a:pt x="1" y="8656"/>
                  </a:lnTo>
                  <a:lnTo>
                    <a:pt x="13781" y="8656"/>
                  </a:lnTo>
                  <a:lnTo>
                    <a:pt x="13781" y="739"/>
                  </a:lnTo>
                  <a:cubicBezTo>
                    <a:pt x="13781" y="332"/>
                    <a:pt x="13450" y="1"/>
                    <a:pt x="13040" y="1"/>
                  </a:cubicBezTo>
                  <a:close/>
                </a:path>
              </a:pathLst>
            </a:custGeom>
            <a:solidFill>
              <a:srgbClr val="C4E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6344050" y="1330475"/>
              <a:ext cx="344525" cy="216425"/>
            </a:xfrm>
            <a:custGeom>
              <a:rect b="b" l="l" r="r" t="t"/>
              <a:pathLst>
                <a:path extrusionOk="0" h="8657" w="13781">
                  <a:moveTo>
                    <a:pt x="739" y="1"/>
                  </a:moveTo>
                  <a:cubicBezTo>
                    <a:pt x="332" y="1"/>
                    <a:pt x="1" y="332"/>
                    <a:pt x="1" y="739"/>
                  </a:cubicBezTo>
                  <a:lnTo>
                    <a:pt x="1" y="8656"/>
                  </a:lnTo>
                  <a:lnTo>
                    <a:pt x="13781" y="8656"/>
                  </a:lnTo>
                  <a:lnTo>
                    <a:pt x="13781" y="739"/>
                  </a:lnTo>
                  <a:cubicBezTo>
                    <a:pt x="13781" y="332"/>
                    <a:pt x="13450" y="1"/>
                    <a:pt x="13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2"/>
            <p:cNvSpPr/>
            <p:nvPr/>
          </p:nvSpPr>
          <p:spPr>
            <a:xfrm>
              <a:off x="6367625" y="1359875"/>
              <a:ext cx="123950" cy="157175"/>
            </a:xfrm>
            <a:custGeom>
              <a:rect b="b" l="l" r="r" t="t"/>
              <a:pathLst>
                <a:path extrusionOk="0" h="6287" w="4958">
                  <a:moveTo>
                    <a:pt x="453" y="0"/>
                  </a:moveTo>
                  <a:cubicBezTo>
                    <a:pt x="201" y="0"/>
                    <a:pt x="0" y="201"/>
                    <a:pt x="0" y="453"/>
                  </a:cubicBezTo>
                  <a:lnTo>
                    <a:pt x="0" y="5834"/>
                  </a:lnTo>
                  <a:cubicBezTo>
                    <a:pt x="0" y="6085"/>
                    <a:pt x="201" y="6287"/>
                    <a:pt x="453" y="6287"/>
                  </a:cubicBezTo>
                  <a:lnTo>
                    <a:pt x="4958" y="6287"/>
                  </a:lnTo>
                  <a:lnTo>
                    <a:pt x="4958" y="1620"/>
                  </a:lnTo>
                  <a:cubicBezTo>
                    <a:pt x="4958" y="725"/>
                    <a:pt x="4230" y="0"/>
                    <a:pt x="33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2"/>
            <p:cNvSpPr/>
            <p:nvPr/>
          </p:nvSpPr>
          <p:spPr>
            <a:xfrm>
              <a:off x="6638125" y="1330475"/>
              <a:ext cx="50450" cy="216425"/>
            </a:xfrm>
            <a:custGeom>
              <a:rect b="b" l="l" r="r" t="t"/>
              <a:pathLst>
                <a:path extrusionOk="0" h="8657" w="2018">
                  <a:moveTo>
                    <a:pt x="1" y="1"/>
                  </a:moveTo>
                  <a:cubicBezTo>
                    <a:pt x="406" y="1"/>
                    <a:pt x="737" y="332"/>
                    <a:pt x="737" y="739"/>
                  </a:cubicBezTo>
                  <a:lnTo>
                    <a:pt x="737" y="8656"/>
                  </a:lnTo>
                  <a:lnTo>
                    <a:pt x="2018" y="8656"/>
                  </a:lnTo>
                  <a:lnTo>
                    <a:pt x="2018" y="739"/>
                  </a:lnTo>
                  <a:cubicBezTo>
                    <a:pt x="2018" y="332"/>
                    <a:pt x="1687" y="1"/>
                    <a:pt x="12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6388325" y="1359875"/>
              <a:ext cx="128075" cy="157175"/>
            </a:xfrm>
            <a:custGeom>
              <a:rect b="b" l="l" r="r" t="t"/>
              <a:pathLst>
                <a:path extrusionOk="0" h="6287" w="5123">
                  <a:moveTo>
                    <a:pt x="453" y="0"/>
                  </a:moveTo>
                  <a:cubicBezTo>
                    <a:pt x="202" y="0"/>
                    <a:pt x="1" y="201"/>
                    <a:pt x="1" y="453"/>
                  </a:cubicBezTo>
                  <a:lnTo>
                    <a:pt x="1" y="5834"/>
                  </a:lnTo>
                  <a:cubicBezTo>
                    <a:pt x="1" y="6085"/>
                    <a:pt x="202" y="6287"/>
                    <a:pt x="453" y="6287"/>
                  </a:cubicBezTo>
                  <a:lnTo>
                    <a:pt x="5122" y="6287"/>
                  </a:lnTo>
                  <a:lnTo>
                    <a:pt x="5122" y="1620"/>
                  </a:lnTo>
                  <a:cubicBezTo>
                    <a:pt x="5122" y="725"/>
                    <a:pt x="4394" y="0"/>
                    <a:pt x="35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2"/>
            <p:cNvSpPr/>
            <p:nvPr/>
          </p:nvSpPr>
          <p:spPr>
            <a:xfrm>
              <a:off x="6451050" y="1359875"/>
              <a:ext cx="65425" cy="157175"/>
            </a:xfrm>
            <a:custGeom>
              <a:rect b="b" l="l" r="r" t="t"/>
              <a:pathLst>
                <a:path extrusionOk="0" h="6287" w="2617">
                  <a:moveTo>
                    <a:pt x="1" y="0"/>
                  </a:moveTo>
                  <a:cubicBezTo>
                    <a:pt x="896" y="0"/>
                    <a:pt x="1623" y="725"/>
                    <a:pt x="1623" y="1620"/>
                  </a:cubicBezTo>
                  <a:lnTo>
                    <a:pt x="1623" y="6287"/>
                  </a:lnTo>
                  <a:lnTo>
                    <a:pt x="2616" y="6287"/>
                  </a:lnTo>
                  <a:lnTo>
                    <a:pt x="2616" y="1617"/>
                  </a:lnTo>
                  <a:cubicBezTo>
                    <a:pt x="2613" y="725"/>
                    <a:pt x="1888" y="0"/>
                    <a:pt x="9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2"/>
            <p:cNvSpPr/>
            <p:nvPr/>
          </p:nvSpPr>
          <p:spPr>
            <a:xfrm>
              <a:off x="6516375" y="1359875"/>
              <a:ext cx="128075" cy="157175"/>
            </a:xfrm>
            <a:custGeom>
              <a:rect b="b" l="l" r="r" t="t"/>
              <a:pathLst>
                <a:path extrusionOk="0" h="6287" w="5123">
                  <a:moveTo>
                    <a:pt x="1620" y="0"/>
                  </a:moveTo>
                  <a:cubicBezTo>
                    <a:pt x="728" y="0"/>
                    <a:pt x="0" y="725"/>
                    <a:pt x="0" y="1620"/>
                  </a:cubicBezTo>
                  <a:lnTo>
                    <a:pt x="0" y="6287"/>
                  </a:lnTo>
                  <a:lnTo>
                    <a:pt x="4667" y="6287"/>
                  </a:lnTo>
                  <a:cubicBezTo>
                    <a:pt x="4918" y="6287"/>
                    <a:pt x="5122" y="6085"/>
                    <a:pt x="5122" y="5834"/>
                  </a:cubicBezTo>
                  <a:lnTo>
                    <a:pt x="5122" y="453"/>
                  </a:lnTo>
                  <a:cubicBezTo>
                    <a:pt x="5122" y="201"/>
                    <a:pt x="4918" y="0"/>
                    <a:pt x="4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2"/>
            <p:cNvSpPr/>
            <p:nvPr/>
          </p:nvSpPr>
          <p:spPr>
            <a:xfrm>
              <a:off x="6608225" y="1359875"/>
              <a:ext cx="36225" cy="157100"/>
            </a:xfrm>
            <a:custGeom>
              <a:rect b="b" l="l" r="r" t="t"/>
              <a:pathLst>
                <a:path extrusionOk="0" h="6284" w="1449">
                  <a:moveTo>
                    <a:pt x="0" y="0"/>
                  </a:moveTo>
                  <a:cubicBezTo>
                    <a:pt x="252" y="0"/>
                    <a:pt x="456" y="201"/>
                    <a:pt x="456" y="453"/>
                  </a:cubicBezTo>
                  <a:lnTo>
                    <a:pt x="456" y="5829"/>
                  </a:lnTo>
                  <a:cubicBezTo>
                    <a:pt x="456" y="6080"/>
                    <a:pt x="252" y="6284"/>
                    <a:pt x="0" y="6284"/>
                  </a:cubicBezTo>
                  <a:lnTo>
                    <a:pt x="993" y="6284"/>
                  </a:lnTo>
                  <a:cubicBezTo>
                    <a:pt x="1244" y="6284"/>
                    <a:pt x="1448" y="6080"/>
                    <a:pt x="1448" y="5829"/>
                  </a:cubicBezTo>
                  <a:lnTo>
                    <a:pt x="1448" y="453"/>
                  </a:lnTo>
                  <a:cubicBezTo>
                    <a:pt x="1448" y="201"/>
                    <a:pt x="1244" y="0"/>
                    <a:pt x="9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2"/>
            <p:cNvSpPr/>
            <p:nvPr/>
          </p:nvSpPr>
          <p:spPr>
            <a:xfrm>
              <a:off x="6560900" y="1366625"/>
              <a:ext cx="38950" cy="38325"/>
            </a:xfrm>
            <a:custGeom>
              <a:rect b="b" l="l" r="r" t="t"/>
              <a:pathLst>
                <a:path extrusionOk="0" h="1533" w="1558">
                  <a:moveTo>
                    <a:pt x="6" y="0"/>
                  </a:moveTo>
                  <a:lnTo>
                    <a:pt x="1" y="1030"/>
                  </a:lnTo>
                  <a:cubicBezTo>
                    <a:pt x="1" y="1308"/>
                    <a:pt x="226" y="1533"/>
                    <a:pt x="504" y="1533"/>
                  </a:cubicBezTo>
                  <a:lnTo>
                    <a:pt x="1054" y="1533"/>
                  </a:lnTo>
                  <a:cubicBezTo>
                    <a:pt x="1332" y="1533"/>
                    <a:pt x="1557" y="1308"/>
                    <a:pt x="1557" y="1030"/>
                  </a:cubicBezTo>
                  <a:lnTo>
                    <a:pt x="1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2"/>
            <p:cNvSpPr/>
            <p:nvPr/>
          </p:nvSpPr>
          <p:spPr>
            <a:xfrm>
              <a:off x="6570700" y="1366625"/>
              <a:ext cx="29150" cy="38325"/>
            </a:xfrm>
            <a:custGeom>
              <a:rect b="b" l="l" r="r" t="t"/>
              <a:pathLst>
                <a:path extrusionOk="0" h="1533" w="1166">
                  <a:moveTo>
                    <a:pt x="390" y="0"/>
                  </a:moveTo>
                  <a:lnTo>
                    <a:pt x="390" y="1030"/>
                  </a:lnTo>
                  <a:cubicBezTo>
                    <a:pt x="390" y="1268"/>
                    <a:pt x="226" y="1466"/>
                    <a:pt x="1" y="1519"/>
                  </a:cubicBezTo>
                  <a:cubicBezTo>
                    <a:pt x="38" y="1527"/>
                    <a:pt x="72" y="1533"/>
                    <a:pt x="112" y="1533"/>
                  </a:cubicBezTo>
                  <a:lnTo>
                    <a:pt x="662" y="1533"/>
                  </a:lnTo>
                  <a:cubicBezTo>
                    <a:pt x="940" y="1533"/>
                    <a:pt x="1165" y="1308"/>
                    <a:pt x="1165" y="1030"/>
                  </a:cubicBezTo>
                  <a:lnTo>
                    <a:pt x="11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2"/>
            <p:cNvSpPr/>
            <p:nvPr/>
          </p:nvSpPr>
          <p:spPr>
            <a:xfrm>
              <a:off x="6544225" y="1300050"/>
              <a:ext cx="72300" cy="72350"/>
            </a:xfrm>
            <a:custGeom>
              <a:rect b="b" l="l" r="r" t="t"/>
              <a:pathLst>
                <a:path extrusionOk="0" h="2894" w="2892">
                  <a:moveTo>
                    <a:pt x="1446" y="0"/>
                  </a:moveTo>
                  <a:cubicBezTo>
                    <a:pt x="647" y="0"/>
                    <a:pt x="1" y="649"/>
                    <a:pt x="1" y="1445"/>
                  </a:cubicBezTo>
                  <a:cubicBezTo>
                    <a:pt x="1" y="2245"/>
                    <a:pt x="647" y="2893"/>
                    <a:pt x="1446" y="2893"/>
                  </a:cubicBezTo>
                  <a:cubicBezTo>
                    <a:pt x="2245" y="2893"/>
                    <a:pt x="2891" y="2245"/>
                    <a:pt x="2891" y="1445"/>
                  </a:cubicBezTo>
                  <a:cubicBezTo>
                    <a:pt x="2891" y="649"/>
                    <a:pt x="2245" y="0"/>
                    <a:pt x="1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2"/>
            <p:cNvSpPr/>
            <p:nvPr/>
          </p:nvSpPr>
          <p:spPr>
            <a:xfrm>
              <a:off x="6570700" y="1300050"/>
              <a:ext cx="45950" cy="72475"/>
            </a:xfrm>
            <a:custGeom>
              <a:rect b="b" l="l" r="r" t="t"/>
              <a:pathLst>
                <a:path extrusionOk="0" h="2899" w="1838">
                  <a:moveTo>
                    <a:pt x="387" y="0"/>
                  </a:moveTo>
                  <a:cubicBezTo>
                    <a:pt x="255" y="0"/>
                    <a:pt x="125" y="21"/>
                    <a:pt x="1" y="53"/>
                  </a:cubicBezTo>
                  <a:cubicBezTo>
                    <a:pt x="612" y="223"/>
                    <a:pt x="1062" y="781"/>
                    <a:pt x="1062" y="1451"/>
                  </a:cubicBezTo>
                  <a:cubicBezTo>
                    <a:pt x="1062" y="2115"/>
                    <a:pt x="612" y="2676"/>
                    <a:pt x="1" y="2846"/>
                  </a:cubicBezTo>
                  <a:cubicBezTo>
                    <a:pt x="122" y="2880"/>
                    <a:pt x="252" y="2899"/>
                    <a:pt x="387" y="2899"/>
                  </a:cubicBezTo>
                  <a:cubicBezTo>
                    <a:pt x="1189" y="2899"/>
                    <a:pt x="1832" y="2250"/>
                    <a:pt x="1832" y="1453"/>
                  </a:cubicBezTo>
                  <a:cubicBezTo>
                    <a:pt x="1838" y="649"/>
                    <a:pt x="1189" y="0"/>
                    <a:pt x="3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2"/>
            <p:cNvSpPr/>
            <p:nvPr/>
          </p:nvSpPr>
          <p:spPr>
            <a:xfrm>
              <a:off x="6466225" y="1576850"/>
              <a:ext cx="100400" cy="40050"/>
            </a:xfrm>
            <a:custGeom>
              <a:rect b="b" l="l" r="r" t="t"/>
              <a:pathLst>
                <a:path extrusionOk="0" h="1602" w="4016">
                  <a:moveTo>
                    <a:pt x="0" y="0"/>
                  </a:moveTo>
                  <a:lnTo>
                    <a:pt x="0" y="670"/>
                  </a:lnTo>
                  <a:cubicBezTo>
                    <a:pt x="0" y="1184"/>
                    <a:pt x="418" y="1602"/>
                    <a:pt x="929" y="1602"/>
                  </a:cubicBezTo>
                  <a:lnTo>
                    <a:pt x="3084" y="1602"/>
                  </a:lnTo>
                  <a:cubicBezTo>
                    <a:pt x="3597" y="1602"/>
                    <a:pt x="4013" y="1184"/>
                    <a:pt x="4015" y="670"/>
                  </a:cubicBezTo>
                  <a:lnTo>
                    <a:pt x="40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2"/>
            <p:cNvSpPr/>
            <p:nvPr/>
          </p:nvSpPr>
          <p:spPr>
            <a:xfrm>
              <a:off x="6521525" y="1576850"/>
              <a:ext cx="45025" cy="40050"/>
            </a:xfrm>
            <a:custGeom>
              <a:rect b="b" l="l" r="r" t="t"/>
              <a:pathLst>
                <a:path extrusionOk="0" h="1602" w="1801">
                  <a:moveTo>
                    <a:pt x="933" y="0"/>
                  </a:moveTo>
                  <a:lnTo>
                    <a:pt x="933" y="670"/>
                  </a:lnTo>
                  <a:cubicBezTo>
                    <a:pt x="933" y="1184"/>
                    <a:pt x="514" y="1602"/>
                    <a:pt x="1" y="1602"/>
                  </a:cubicBezTo>
                  <a:lnTo>
                    <a:pt x="872" y="1602"/>
                  </a:lnTo>
                  <a:cubicBezTo>
                    <a:pt x="1385" y="1602"/>
                    <a:pt x="1801" y="1184"/>
                    <a:pt x="1801" y="670"/>
                  </a:cubicBezTo>
                  <a:lnTo>
                    <a:pt x="18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2"/>
            <p:cNvSpPr/>
            <p:nvPr/>
          </p:nvSpPr>
          <p:spPr>
            <a:xfrm>
              <a:off x="6304100" y="1293825"/>
              <a:ext cx="424525" cy="329225"/>
            </a:xfrm>
            <a:custGeom>
              <a:rect b="b" l="l" r="r" t="t"/>
              <a:pathLst>
                <a:path extrusionOk="0" h="13169" w="16981">
                  <a:moveTo>
                    <a:pt x="11051" y="498"/>
                  </a:moveTo>
                  <a:cubicBezTo>
                    <a:pt x="11713" y="498"/>
                    <a:pt x="12250" y="1038"/>
                    <a:pt x="12250" y="1694"/>
                  </a:cubicBezTo>
                  <a:cubicBezTo>
                    <a:pt x="12250" y="2272"/>
                    <a:pt x="11842" y="2753"/>
                    <a:pt x="11300" y="2870"/>
                  </a:cubicBezTo>
                  <a:lnTo>
                    <a:pt x="11300" y="1983"/>
                  </a:lnTo>
                  <a:cubicBezTo>
                    <a:pt x="11300" y="1848"/>
                    <a:pt x="11186" y="1734"/>
                    <a:pt x="11051" y="1734"/>
                  </a:cubicBezTo>
                  <a:cubicBezTo>
                    <a:pt x="10916" y="1734"/>
                    <a:pt x="10802" y="1848"/>
                    <a:pt x="10802" y="1983"/>
                  </a:cubicBezTo>
                  <a:lnTo>
                    <a:pt x="10802" y="2870"/>
                  </a:lnTo>
                  <a:cubicBezTo>
                    <a:pt x="10260" y="2753"/>
                    <a:pt x="9855" y="2274"/>
                    <a:pt x="9855" y="1694"/>
                  </a:cubicBezTo>
                  <a:cubicBezTo>
                    <a:pt x="9855" y="1033"/>
                    <a:pt x="10389" y="498"/>
                    <a:pt x="11051" y="498"/>
                  </a:cubicBezTo>
                  <a:close/>
                  <a:moveTo>
                    <a:pt x="11578" y="3306"/>
                  </a:moveTo>
                  <a:lnTo>
                    <a:pt x="11578" y="3942"/>
                  </a:lnTo>
                  <a:cubicBezTo>
                    <a:pt x="11578" y="4082"/>
                    <a:pt x="11464" y="4193"/>
                    <a:pt x="11326" y="4193"/>
                  </a:cubicBezTo>
                  <a:lnTo>
                    <a:pt x="10776" y="4193"/>
                  </a:lnTo>
                  <a:cubicBezTo>
                    <a:pt x="10638" y="4193"/>
                    <a:pt x="10522" y="4082"/>
                    <a:pt x="10522" y="3942"/>
                  </a:cubicBezTo>
                  <a:lnTo>
                    <a:pt x="10522" y="3306"/>
                  </a:lnTo>
                  <a:cubicBezTo>
                    <a:pt x="10691" y="3362"/>
                    <a:pt x="10868" y="3394"/>
                    <a:pt x="11051" y="3394"/>
                  </a:cubicBezTo>
                  <a:cubicBezTo>
                    <a:pt x="11236" y="3394"/>
                    <a:pt x="11411" y="3362"/>
                    <a:pt x="11578" y="3306"/>
                  </a:cubicBezTo>
                  <a:close/>
                  <a:moveTo>
                    <a:pt x="13158" y="2886"/>
                  </a:moveTo>
                  <a:lnTo>
                    <a:pt x="13158" y="2891"/>
                  </a:lnTo>
                  <a:cubicBezTo>
                    <a:pt x="13272" y="2891"/>
                    <a:pt x="13364" y="2984"/>
                    <a:pt x="13364" y="3095"/>
                  </a:cubicBezTo>
                  <a:lnTo>
                    <a:pt x="13364" y="8471"/>
                  </a:lnTo>
                  <a:cubicBezTo>
                    <a:pt x="13364" y="8584"/>
                    <a:pt x="13272" y="8677"/>
                    <a:pt x="13158" y="8677"/>
                  </a:cubicBezTo>
                  <a:lnTo>
                    <a:pt x="8738" y="8677"/>
                  </a:lnTo>
                  <a:lnTo>
                    <a:pt x="8738" y="4259"/>
                  </a:lnTo>
                  <a:cubicBezTo>
                    <a:pt x="8738" y="3584"/>
                    <a:pt x="9219" y="3023"/>
                    <a:pt x="9870" y="2909"/>
                  </a:cubicBezTo>
                  <a:cubicBezTo>
                    <a:pt x="9921" y="2960"/>
                    <a:pt x="9974" y="3002"/>
                    <a:pt x="10029" y="3044"/>
                  </a:cubicBezTo>
                  <a:lnTo>
                    <a:pt x="10029" y="3942"/>
                  </a:lnTo>
                  <a:cubicBezTo>
                    <a:pt x="10029" y="4355"/>
                    <a:pt x="10365" y="4691"/>
                    <a:pt x="10781" y="4691"/>
                  </a:cubicBezTo>
                  <a:lnTo>
                    <a:pt x="11329" y="4691"/>
                  </a:lnTo>
                  <a:cubicBezTo>
                    <a:pt x="11742" y="4691"/>
                    <a:pt x="12078" y="4352"/>
                    <a:pt x="12078" y="3942"/>
                  </a:cubicBezTo>
                  <a:lnTo>
                    <a:pt x="12078" y="3044"/>
                  </a:lnTo>
                  <a:cubicBezTo>
                    <a:pt x="12139" y="2997"/>
                    <a:pt x="12200" y="2946"/>
                    <a:pt x="12255" y="2886"/>
                  </a:cubicBezTo>
                  <a:close/>
                  <a:moveTo>
                    <a:pt x="6869" y="2891"/>
                  </a:moveTo>
                  <a:cubicBezTo>
                    <a:pt x="7626" y="2891"/>
                    <a:pt x="8243" y="3505"/>
                    <a:pt x="8243" y="4262"/>
                  </a:cubicBezTo>
                  <a:lnTo>
                    <a:pt x="8243" y="8680"/>
                  </a:lnTo>
                  <a:lnTo>
                    <a:pt x="3822" y="8680"/>
                  </a:lnTo>
                  <a:cubicBezTo>
                    <a:pt x="3708" y="8680"/>
                    <a:pt x="3616" y="8587"/>
                    <a:pt x="3616" y="8476"/>
                  </a:cubicBezTo>
                  <a:lnTo>
                    <a:pt x="3616" y="3095"/>
                  </a:lnTo>
                  <a:cubicBezTo>
                    <a:pt x="3616" y="2984"/>
                    <a:pt x="3708" y="2891"/>
                    <a:pt x="3822" y="2891"/>
                  </a:cubicBezTo>
                  <a:close/>
                  <a:moveTo>
                    <a:pt x="9360" y="1716"/>
                  </a:moveTo>
                  <a:cubicBezTo>
                    <a:pt x="9365" y="1991"/>
                    <a:pt x="9434" y="2250"/>
                    <a:pt x="9553" y="2481"/>
                  </a:cubicBezTo>
                  <a:cubicBezTo>
                    <a:pt x="9240" y="2576"/>
                    <a:pt x="8960" y="2753"/>
                    <a:pt x="8738" y="2999"/>
                  </a:cubicBezTo>
                  <a:cubicBezTo>
                    <a:pt x="8645" y="3103"/>
                    <a:pt x="8563" y="3214"/>
                    <a:pt x="8494" y="3333"/>
                  </a:cubicBezTo>
                  <a:cubicBezTo>
                    <a:pt x="8168" y="2774"/>
                    <a:pt x="7568" y="2393"/>
                    <a:pt x="6877" y="2393"/>
                  </a:cubicBezTo>
                  <a:lnTo>
                    <a:pt x="3828" y="2393"/>
                  </a:lnTo>
                  <a:cubicBezTo>
                    <a:pt x="3441" y="2393"/>
                    <a:pt x="3126" y="2708"/>
                    <a:pt x="3126" y="3095"/>
                  </a:cubicBezTo>
                  <a:lnTo>
                    <a:pt x="3126" y="8471"/>
                  </a:lnTo>
                  <a:cubicBezTo>
                    <a:pt x="3126" y="8860"/>
                    <a:pt x="3441" y="9172"/>
                    <a:pt x="3828" y="9172"/>
                  </a:cubicBezTo>
                  <a:lnTo>
                    <a:pt x="8248" y="9172"/>
                  </a:lnTo>
                  <a:lnTo>
                    <a:pt x="8248" y="9873"/>
                  </a:lnTo>
                  <a:lnTo>
                    <a:pt x="4116" y="9873"/>
                  </a:lnTo>
                  <a:cubicBezTo>
                    <a:pt x="3981" y="9873"/>
                    <a:pt x="3867" y="9987"/>
                    <a:pt x="3867" y="10122"/>
                  </a:cubicBezTo>
                  <a:cubicBezTo>
                    <a:pt x="3867" y="10257"/>
                    <a:pt x="3981" y="10371"/>
                    <a:pt x="4116" y="10371"/>
                  </a:cubicBezTo>
                  <a:lnTo>
                    <a:pt x="15135" y="10371"/>
                  </a:lnTo>
                  <a:lnTo>
                    <a:pt x="15135" y="11073"/>
                  </a:lnTo>
                  <a:lnTo>
                    <a:pt x="1853" y="11073"/>
                  </a:lnTo>
                  <a:lnTo>
                    <a:pt x="1853" y="10371"/>
                  </a:lnTo>
                  <a:lnTo>
                    <a:pt x="2959" y="10371"/>
                  </a:lnTo>
                  <a:cubicBezTo>
                    <a:pt x="3094" y="10371"/>
                    <a:pt x="3205" y="10257"/>
                    <a:pt x="3205" y="10122"/>
                  </a:cubicBezTo>
                  <a:cubicBezTo>
                    <a:pt x="3205" y="9987"/>
                    <a:pt x="3094" y="9873"/>
                    <a:pt x="2959" y="9873"/>
                  </a:cubicBezTo>
                  <a:lnTo>
                    <a:pt x="1853" y="9873"/>
                  </a:lnTo>
                  <a:lnTo>
                    <a:pt x="1853" y="2205"/>
                  </a:lnTo>
                  <a:cubicBezTo>
                    <a:pt x="1853" y="1933"/>
                    <a:pt x="2073" y="1716"/>
                    <a:pt x="2343" y="1716"/>
                  </a:cubicBezTo>
                  <a:close/>
                  <a:moveTo>
                    <a:pt x="6234" y="11568"/>
                  </a:moveTo>
                  <a:lnTo>
                    <a:pt x="6234" y="11991"/>
                  </a:lnTo>
                  <a:cubicBezTo>
                    <a:pt x="6234" y="12248"/>
                    <a:pt x="6316" y="12481"/>
                    <a:pt x="6453" y="12674"/>
                  </a:cubicBezTo>
                  <a:lnTo>
                    <a:pt x="1826" y="12674"/>
                  </a:lnTo>
                  <a:cubicBezTo>
                    <a:pt x="1186" y="12674"/>
                    <a:pt x="635" y="12216"/>
                    <a:pt x="516" y="11589"/>
                  </a:cubicBezTo>
                  <a:cubicBezTo>
                    <a:pt x="516" y="11586"/>
                    <a:pt x="516" y="11581"/>
                    <a:pt x="519" y="11575"/>
                  </a:cubicBezTo>
                  <a:cubicBezTo>
                    <a:pt x="524" y="11568"/>
                    <a:pt x="529" y="11568"/>
                    <a:pt x="532" y="11568"/>
                  </a:cubicBezTo>
                  <a:close/>
                  <a:moveTo>
                    <a:pt x="10249" y="11568"/>
                  </a:moveTo>
                  <a:lnTo>
                    <a:pt x="10249" y="11991"/>
                  </a:lnTo>
                  <a:cubicBezTo>
                    <a:pt x="10249" y="12370"/>
                    <a:pt x="9942" y="12674"/>
                    <a:pt x="9569" y="12674"/>
                  </a:cubicBezTo>
                  <a:lnTo>
                    <a:pt x="7411" y="12674"/>
                  </a:lnTo>
                  <a:cubicBezTo>
                    <a:pt x="7036" y="12674"/>
                    <a:pt x="6729" y="12367"/>
                    <a:pt x="6729" y="11991"/>
                  </a:cubicBezTo>
                  <a:lnTo>
                    <a:pt x="6729" y="11568"/>
                  </a:lnTo>
                  <a:close/>
                  <a:moveTo>
                    <a:pt x="16448" y="11568"/>
                  </a:moveTo>
                  <a:cubicBezTo>
                    <a:pt x="16451" y="11568"/>
                    <a:pt x="16453" y="11568"/>
                    <a:pt x="16461" y="11575"/>
                  </a:cubicBezTo>
                  <a:cubicBezTo>
                    <a:pt x="16464" y="11578"/>
                    <a:pt x="16464" y="11586"/>
                    <a:pt x="16464" y="11589"/>
                  </a:cubicBezTo>
                  <a:cubicBezTo>
                    <a:pt x="16345" y="12216"/>
                    <a:pt x="15797" y="12674"/>
                    <a:pt x="15154" y="12674"/>
                  </a:cubicBezTo>
                  <a:lnTo>
                    <a:pt x="10530" y="12674"/>
                  </a:lnTo>
                  <a:cubicBezTo>
                    <a:pt x="10667" y="12481"/>
                    <a:pt x="10747" y="12248"/>
                    <a:pt x="10747" y="11991"/>
                  </a:cubicBezTo>
                  <a:lnTo>
                    <a:pt x="10747" y="11568"/>
                  </a:lnTo>
                  <a:close/>
                  <a:moveTo>
                    <a:pt x="11051" y="0"/>
                  </a:moveTo>
                  <a:cubicBezTo>
                    <a:pt x="10281" y="0"/>
                    <a:pt x="9632" y="517"/>
                    <a:pt x="9423" y="1218"/>
                  </a:cubicBezTo>
                  <a:lnTo>
                    <a:pt x="2340" y="1218"/>
                  </a:lnTo>
                  <a:cubicBezTo>
                    <a:pt x="1797" y="1218"/>
                    <a:pt x="1353" y="1663"/>
                    <a:pt x="1353" y="2205"/>
                  </a:cubicBezTo>
                  <a:lnTo>
                    <a:pt x="1353" y="11073"/>
                  </a:lnTo>
                  <a:lnTo>
                    <a:pt x="532" y="11073"/>
                  </a:lnTo>
                  <a:cubicBezTo>
                    <a:pt x="381" y="11073"/>
                    <a:pt x="236" y="11139"/>
                    <a:pt x="140" y="11258"/>
                  </a:cubicBezTo>
                  <a:cubicBezTo>
                    <a:pt x="42" y="11377"/>
                    <a:pt x="0" y="11528"/>
                    <a:pt x="29" y="11679"/>
                  </a:cubicBezTo>
                  <a:cubicBezTo>
                    <a:pt x="193" y="12542"/>
                    <a:pt x="948" y="13169"/>
                    <a:pt x="1826" y="13169"/>
                  </a:cubicBezTo>
                  <a:lnTo>
                    <a:pt x="15156" y="13169"/>
                  </a:lnTo>
                  <a:cubicBezTo>
                    <a:pt x="16038" y="13169"/>
                    <a:pt x="16792" y="12542"/>
                    <a:pt x="16954" y="11679"/>
                  </a:cubicBezTo>
                  <a:cubicBezTo>
                    <a:pt x="16980" y="11528"/>
                    <a:pt x="16940" y="11374"/>
                    <a:pt x="16842" y="11258"/>
                  </a:cubicBezTo>
                  <a:cubicBezTo>
                    <a:pt x="16745" y="11139"/>
                    <a:pt x="16599" y="11073"/>
                    <a:pt x="16448" y="11073"/>
                  </a:cubicBezTo>
                  <a:lnTo>
                    <a:pt x="15628" y="11073"/>
                  </a:lnTo>
                  <a:lnTo>
                    <a:pt x="15628" y="2205"/>
                  </a:lnTo>
                  <a:cubicBezTo>
                    <a:pt x="15628" y="1663"/>
                    <a:pt x="15183" y="1218"/>
                    <a:pt x="14640" y="1218"/>
                  </a:cubicBezTo>
                  <a:lnTo>
                    <a:pt x="13656" y="1218"/>
                  </a:lnTo>
                  <a:cubicBezTo>
                    <a:pt x="13518" y="1218"/>
                    <a:pt x="13407" y="1332"/>
                    <a:pt x="13407" y="1467"/>
                  </a:cubicBezTo>
                  <a:cubicBezTo>
                    <a:pt x="13407" y="1602"/>
                    <a:pt x="13518" y="1716"/>
                    <a:pt x="13656" y="1716"/>
                  </a:cubicBezTo>
                  <a:lnTo>
                    <a:pt x="14640" y="1716"/>
                  </a:lnTo>
                  <a:cubicBezTo>
                    <a:pt x="14913" y="1716"/>
                    <a:pt x="15130" y="1933"/>
                    <a:pt x="15130" y="2205"/>
                  </a:cubicBezTo>
                  <a:lnTo>
                    <a:pt x="15130" y="9873"/>
                  </a:lnTo>
                  <a:lnTo>
                    <a:pt x="8738" y="9873"/>
                  </a:lnTo>
                  <a:lnTo>
                    <a:pt x="8738" y="9172"/>
                  </a:lnTo>
                  <a:lnTo>
                    <a:pt x="13158" y="9172"/>
                  </a:lnTo>
                  <a:cubicBezTo>
                    <a:pt x="13547" y="9172"/>
                    <a:pt x="13859" y="8860"/>
                    <a:pt x="13859" y="8471"/>
                  </a:cubicBezTo>
                  <a:lnTo>
                    <a:pt x="13859" y="3095"/>
                  </a:lnTo>
                  <a:cubicBezTo>
                    <a:pt x="13859" y="2708"/>
                    <a:pt x="13547" y="2393"/>
                    <a:pt x="13158" y="2393"/>
                  </a:cubicBezTo>
                  <a:lnTo>
                    <a:pt x="12597" y="2393"/>
                  </a:lnTo>
                  <a:cubicBezTo>
                    <a:pt x="12692" y="2182"/>
                    <a:pt x="12745" y="1943"/>
                    <a:pt x="12745" y="1694"/>
                  </a:cubicBezTo>
                  <a:cubicBezTo>
                    <a:pt x="12745" y="760"/>
                    <a:pt x="11985" y="0"/>
                    <a:pt x="11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2"/>
            <p:cNvSpPr/>
            <p:nvPr/>
          </p:nvSpPr>
          <p:spPr>
            <a:xfrm>
              <a:off x="6424125" y="1399625"/>
              <a:ext cx="56350" cy="12475"/>
            </a:xfrm>
            <a:custGeom>
              <a:rect b="b" l="l" r="r" t="t"/>
              <a:pathLst>
                <a:path extrusionOk="0" h="499" w="2254">
                  <a:moveTo>
                    <a:pt x="249" y="1"/>
                  </a:moveTo>
                  <a:cubicBezTo>
                    <a:pt x="112" y="1"/>
                    <a:pt x="1" y="115"/>
                    <a:pt x="1" y="250"/>
                  </a:cubicBezTo>
                  <a:cubicBezTo>
                    <a:pt x="1" y="385"/>
                    <a:pt x="112" y="499"/>
                    <a:pt x="249" y="499"/>
                  </a:cubicBezTo>
                  <a:lnTo>
                    <a:pt x="2004" y="499"/>
                  </a:lnTo>
                  <a:cubicBezTo>
                    <a:pt x="2142" y="499"/>
                    <a:pt x="2253" y="385"/>
                    <a:pt x="2253" y="250"/>
                  </a:cubicBezTo>
                  <a:cubicBezTo>
                    <a:pt x="2253" y="115"/>
                    <a:pt x="2145" y="1"/>
                    <a:pt x="20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2"/>
            <p:cNvSpPr/>
            <p:nvPr/>
          </p:nvSpPr>
          <p:spPr>
            <a:xfrm>
              <a:off x="6424125" y="1425300"/>
              <a:ext cx="56350" cy="12400"/>
            </a:xfrm>
            <a:custGeom>
              <a:rect b="b" l="l" r="r" t="t"/>
              <a:pathLst>
                <a:path extrusionOk="0" h="496" w="2254">
                  <a:moveTo>
                    <a:pt x="249" y="1"/>
                  </a:moveTo>
                  <a:cubicBezTo>
                    <a:pt x="112" y="1"/>
                    <a:pt x="1" y="112"/>
                    <a:pt x="1" y="247"/>
                  </a:cubicBezTo>
                  <a:cubicBezTo>
                    <a:pt x="1" y="385"/>
                    <a:pt x="112" y="496"/>
                    <a:pt x="249" y="496"/>
                  </a:cubicBezTo>
                  <a:lnTo>
                    <a:pt x="2004" y="496"/>
                  </a:lnTo>
                  <a:cubicBezTo>
                    <a:pt x="2142" y="496"/>
                    <a:pt x="2253" y="385"/>
                    <a:pt x="2253" y="247"/>
                  </a:cubicBezTo>
                  <a:cubicBezTo>
                    <a:pt x="2253" y="112"/>
                    <a:pt x="2145" y="1"/>
                    <a:pt x="20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2"/>
            <p:cNvSpPr/>
            <p:nvPr/>
          </p:nvSpPr>
          <p:spPr>
            <a:xfrm>
              <a:off x="6424125" y="1450925"/>
              <a:ext cx="56350" cy="12450"/>
            </a:xfrm>
            <a:custGeom>
              <a:rect b="b" l="l" r="r" t="t"/>
              <a:pathLst>
                <a:path extrusionOk="0" h="498" w="2254">
                  <a:moveTo>
                    <a:pt x="249" y="0"/>
                  </a:moveTo>
                  <a:cubicBezTo>
                    <a:pt x="112" y="0"/>
                    <a:pt x="1" y="114"/>
                    <a:pt x="1" y="249"/>
                  </a:cubicBezTo>
                  <a:cubicBezTo>
                    <a:pt x="1" y="384"/>
                    <a:pt x="112" y="498"/>
                    <a:pt x="249" y="498"/>
                  </a:cubicBezTo>
                  <a:lnTo>
                    <a:pt x="2004" y="498"/>
                  </a:lnTo>
                  <a:cubicBezTo>
                    <a:pt x="2142" y="498"/>
                    <a:pt x="2253" y="384"/>
                    <a:pt x="2253" y="249"/>
                  </a:cubicBezTo>
                  <a:cubicBezTo>
                    <a:pt x="2253" y="114"/>
                    <a:pt x="2145" y="0"/>
                    <a:pt x="2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6424125" y="1476600"/>
              <a:ext cx="56350" cy="12400"/>
            </a:xfrm>
            <a:custGeom>
              <a:rect b="b" l="l" r="r" t="t"/>
              <a:pathLst>
                <a:path extrusionOk="0" h="496" w="2254">
                  <a:moveTo>
                    <a:pt x="249" y="0"/>
                  </a:moveTo>
                  <a:cubicBezTo>
                    <a:pt x="112" y="0"/>
                    <a:pt x="1" y="111"/>
                    <a:pt x="1" y="246"/>
                  </a:cubicBezTo>
                  <a:cubicBezTo>
                    <a:pt x="1" y="384"/>
                    <a:pt x="112" y="495"/>
                    <a:pt x="249" y="495"/>
                  </a:cubicBezTo>
                  <a:lnTo>
                    <a:pt x="2004" y="495"/>
                  </a:lnTo>
                  <a:cubicBezTo>
                    <a:pt x="2142" y="495"/>
                    <a:pt x="2253" y="384"/>
                    <a:pt x="2253" y="246"/>
                  </a:cubicBezTo>
                  <a:cubicBezTo>
                    <a:pt x="2253" y="111"/>
                    <a:pt x="2145" y="0"/>
                    <a:pt x="2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2"/>
            <p:cNvSpPr/>
            <p:nvPr/>
          </p:nvSpPr>
          <p:spPr>
            <a:xfrm>
              <a:off x="6552250" y="1425300"/>
              <a:ext cx="56325" cy="12400"/>
            </a:xfrm>
            <a:custGeom>
              <a:rect b="b" l="l" r="r" t="t"/>
              <a:pathLst>
                <a:path extrusionOk="0" h="496" w="2253">
                  <a:moveTo>
                    <a:pt x="249" y="1"/>
                  </a:moveTo>
                  <a:cubicBezTo>
                    <a:pt x="111" y="1"/>
                    <a:pt x="0" y="112"/>
                    <a:pt x="0" y="247"/>
                  </a:cubicBezTo>
                  <a:cubicBezTo>
                    <a:pt x="0" y="385"/>
                    <a:pt x="111" y="496"/>
                    <a:pt x="249" y="496"/>
                  </a:cubicBezTo>
                  <a:lnTo>
                    <a:pt x="2006" y="496"/>
                  </a:lnTo>
                  <a:cubicBezTo>
                    <a:pt x="2141" y="496"/>
                    <a:pt x="2253" y="385"/>
                    <a:pt x="2253" y="247"/>
                  </a:cubicBezTo>
                  <a:cubicBezTo>
                    <a:pt x="2253" y="112"/>
                    <a:pt x="2144" y="1"/>
                    <a:pt x="20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6552250" y="1450925"/>
              <a:ext cx="56325" cy="12450"/>
            </a:xfrm>
            <a:custGeom>
              <a:rect b="b" l="l" r="r" t="t"/>
              <a:pathLst>
                <a:path extrusionOk="0" h="498" w="2253">
                  <a:moveTo>
                    <a:pt x="249" y="0"/>
                  </a:moveTo>
                  <a:cubicBezTo>
                    <a:pt x="111" y="0"/>
                    <a:pt x="0" y="114"/>
                    <a:pt x="0" y="249"/>
                  </a:cubicBezTo>
                  <a:cubicBezTo>
                    <a:pt x="0" y="384"/>
                    <a:pt x="111" y="498"/>
                    <a:pt x="249" y="498"/>
                  </a:cubicBezTo>
                  <a:lnTo>
                    <a:pt x="2006" y="498"/>
                  </a:lnTo>
                  <a:cubicBezTo>
                    <a:pt x="2141" y="498"/>
                    <a:pt x="2253" y="384"/>
                    <a:pt x="2253" y="249"/>
                  </a:cubicBezTo>
                  <a:cubicBezTo>
                    <a:pt x="2253" y="114"/>
                    <a:pt x="2144" y="0"/>
                    <a:pt x="2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6552250" y="1476600"/>
              <a:ext cx="56325" cy="12400"/>
            </a:xfrm>
            <a:custGeom>
              <a:rect b="b" l="l" r="r" t="t"/>
              <a:pathLst>
                <a:path extrusionOk="0" h="496" w="2253">
                  <a:moveTo>
                    <a:pt x="249" y="0"/>
                  </a:moveTo>
                  <a:cubicBezTo>
                    <a:pt x="111" y="0"/>
                    <a:pt x="0" y="111"/>
                    <a:pt x="0" y="246"/>
                  </a:cubicBezTo>
                  <a:cubicBezTo>
                    <a:pt x="0" y="384"/>
                    <a:pt x="111" y="495"/>
                    <a:pt x="249" y="495"/>
                  </a:cubicBezTo>
                  <a:lnTo>
                    <a:pt x="2006" y="495"/>
                  </a:lnTo>
                  <a:cubicBezTo>
                    <a:pt x="2141" y="495"/>
                    <a:pt x="2253" y="384"/>
                    <a:pt x="2253" y="246"/>
                  </a:cubicBezTo>
                  <a:cubicBezTo>
                    <a:pt x="2253" y="111"/>
                    <a:pt x="2144" y="0"/>
                    <a:pt x="2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6530400" y="1254875"/>
              <a:ext cx="23525" cy="28575"/>
            </a:xfrm>
            <a:custGeom>
              <a:rect b="b" l="l" r="r" t="t"/>
              <a:pathLst>
                <a:path extrusionOk="0" h="1143" w="941">
                  <a:moveTo>
                    <a:pt x="282" y="0"/>
                  </a:moveTo>
                  <a:cubicBezTo>
                    <a:pt x="240" y="0"/>
                    <a:pt x="198" y="11"/>
                    <a:pt x="159" y="34"/>
                  </a:cubicBezTo>
                  <a:cubicBezTo>
                    <a:pt x="40" y="103"/>
                    <a:pt x="1" y="256"/>
                    <a:pt x="69" y="370"/>
                  </a:cubicBezTo>
                  <a:lnTo>
                    <a:pt x="445" y="1021"/>
                  </a:lnTo>
                  <a:cubicBezTo>
                    <a:pt x="490" y="1101"/>
                    <a:pt x="572" y="1143"/>
                    <a:pt x="660" y="1143"/>
                  </a:cubicBezTo>
                  <a:cubicBezTo>
                    <a:pt x="702" y="1143"/>
                    <a:pt x="744" y="1132"/>
                    <a:pt x="781" y="1108"/>
                  </a:cubicBezTo>
                  <a:cubicBezTo>
                    <a:pt x="901" y="1040"/>
                    <a:pt x="940" y="889"/>
                    <a:pt x="871" y="772"/>
                  </a:cubicBezTo>
                  <a:lnTo>
                    <a:pt x="496" y="124"/>
                  </a:lnTo>
                  <a:cubicBezTo>
                    <a:pt x="450" y="44"/>
                    <a:pt x="367" y="0"/>
                    <a:pt x="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6607425" y="1254775"/>
              <a:ext cx="23525" cy="28675"/>
            </a:xfrm>
            <a:custGeom>
              <a:rect b="b" l="l" r="r" t="t"/>
              <a:pathLst>
                <a:path extrusionOk="0" h="1147" w="941">
                  <a:moveTo>
                    <a:pt x="657" y="1"/>
                  </a:moveTo>
                  <a:cubicBezTo>
                    <a:pt x="571" y="1"/>
                    <a:pt x="487" y="46"/>
                    <a:pt x="443" y="123"/>
                  </a:cubicBezTo>
                  <a:lnTo>
                    <a:pt x="69" y="771"/>
                  </a:lnTo>
                  <a:cubicBezTo>
                    <a:pt x="1" y="893"/>
                    <a:pt x="43" y="1044"/>
                    <a:pt x="159" y="1110"/>
                  </a:cubicBezTo>
                  <a:cubicBezTo>
                    <a:pt x="196" y="1136"/>
                    <a:pt x="239" y="1147"/>
                    <a:pt x="281" y="1147"/>
                  </a:cubicBezTo>
                  <a:cubicBezTo>
                    <a:pt x="369" y="1147"/>
                    <a:pt x="451" y="1105"/>
                    <a:pt x="496" y="1020"/>
                  </a:cubicBezTo>
                  <a:lnTo>
                    <a:pt x="871" y="371"/>
                  </a:lnTo>
                  <a:cubicBezTo>
                    <a:pt x="940" y="252"/>
                    <a:pt x="898" y="101"/>
                    <a:pt x="781" y="35"/>
                  </a:cubicBezTo>
                  <a:cubicBezTo>
                    <a:pt x="742" y="12"/>
                    <a:pt x="699" y="1"/>
                    <a:pt x="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>
              <a:off x="6632975" y="1295750"/>
              <a:ext cx="12450" cy="12450"/>
            </a:xfrm>
            <a:custGeom>
              <a:rect b="b" l="l" r="r" t="t"/>
              <a:pathLst>
                <a:path extrusionOk="0" h="498" w="498">
                  <a:moveTo>
                    <a:pt x="249" y="0"/>
                  </a:moveTo>
                  <a:cubicBezTo>
                    <a:pt x="111" y="0"/>
                    <a:pt x="0" y="111"/>
                    <a:pt x="0" y="249"/>
                  </a:cubicBezTo>
                  <a:cubicBezTo>
                    <a:pt x="0" y="387"/>
                    <a:pt x="111" y="498"/>
                    <a:pt x="249" y="498"/>
                  </a:cubicBezTo>
                  <a:cubicBezTo>
                    <a:pt x="387" y="498"/>
                    <a:pt x="498" y="387"/>
                    <a:pt x="498" y="249"/>
                  </a:cubicBezTo>
                  <a:cubicBezTo>
                    <a:pt x="498" y="111"/>
                    <a:pt x="387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2"/>
            <p:cNvSpPr/>
            <p:nvPr/>
          </p:nvSpPr>
          <p:spPr>
            <a:xfrm>
              <a:off x="6515900" y="1295750"/>
              <a:ext cx="12475" cy="12450"/>
            </a:xfrm>
            <a:custGeom>
              <a:rect b="b" l="l" r="r" t="t"/>
              <a:pathLst>
                <a:path extrusionOk="0" h="498" w="499">
                  <a:moveTo>
                    <a:pt x="250" y="0"/>
                  </a:moveTo>
                  <a:cubicBezTo>
                    <a:pt x="112" y="0"/>
                    <a:pt x="1" y="111"/>
                    <a:pt x="1" y="249"/>
                  </a:cubicBezTo>
                  <a:cubicBezTo>
                    <a:pt x="1" y="387"/>
                    <a:pt x="112" y="498"/>
                    <a:pt x="250" y="498"/>
                  </a:cubicBezTo>
                  <a:cubicBezTo>
                    <a:pt x="387" y="498"/>
                    <a:pt x="498" y="387"/>
                    <a:pt x="498" y="249"/>
                  </a:cubicBezTo>
                  <a:cubicBezTo>
                    <a:pt x="498" y="111"/>
                    <a:pt x="387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2"/>
            <p:cNvSpPr/>
            <p:nvPr/>
          </p:nvSpPr>
          <p:spPr>
            <a:xfrm>
              <a:off x="6574475" y="1262000"/>
              <a:ext cx="12475" cy="12400"/>
            </a:xfrm>
            <a:custGeom>
              <a:rect b="b" l="l" r="r" t="t"/>
              <a:pathLst>
                <a:path extrusionOk="0" h="496" w="499">
                  <a:moveTo>
                    <a:pt x="249" y="0"/>
                  </a:moveTo>
                  <a:cubicBezTo>
                    <a:pt x="112" y="0"/>
                    <a:pt x="0" y="111"/>
                    <a:pt x="0" y="249"/>
                  </a:cubicBezTo>
                  <a:cubicBezTo>
                    <a:pt x="0" y="387"/>
                    <a:pt x="112" y="495"/>
                    <a:pt x="249" y="495"/>
                  </a:cubicBezTo>
                  <a:cubicBezTo>
                    <a:pt x="387" y="495"/>
                    <a:pt x="498" y="387"/>
                    <a:pt x="498" y="249"/>
                  </a:cubicBezTo>
                  <a:cubicBezTo>
                    <a:pt x="498" y="111"/>
                    <a:pt x="387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3"/>
          <p:cNvSpPr txBox="1"/>
          <p:nvPr>
            <p:ph type="title"/>
          </p:nvPr>
        </p:nvSpPr>
        <p:spPr>
          <a:xfrm>
            <a:off x="4173975" y="555500"/>
            <a:ext cx="4151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Merci</a:t>
            </a:r>
            <a:r>
              <a:rPr lang="en"/>
              <a:t>!</a:t>
            </a:r>
            <a:endParaRPr/>
          </a:p>
        </p:txBody>
      </p:sp>
      <p:sp>
        <p:nvSpPr>
          <p:cNvPr id="818" name="Google Shape;818;p33"/>
          <p:cNvSpPr txBox="1"/>
          <p:nvPr>
            <p:ph idx="1" type="subTitle"/>
          </p:nvPr>
        </p:nvSpPr>
        <p:spPr>
          <a:xfrm>
            <a:off x="4279075" y="1780750"/>
            <a:ext cx="41517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Avez vous des </a:t>
            </a:r>
            <a:r>
              <a:rPr b="1" lang="en"/>
              <a:t>question</a:t>
            </a:r>
            <a:r>
              <a:rPr b="1" lang="en"/>
              <a:t> </a:t>
            </a:r>
            <a:r>
              <a:rPr b="1" lang="en"/>
              <a:t>?</a:t>
            </a:r>
            <a:endParaRPr/>
          </a:p>
        </p:txBody>
      </p:sp>
      <p:cxnSp>
        <p:nvCxnSpPr>
          <p:cNvPr id="819" name="Google Shape;819;p33"/>
          <p:cNvCxnSpPr/>
          <p:nvPr/>
        </p:nvCxnSpPr>
        <p:spPr>
          <a:xfrm>
            <a:off x="4236525" y="2962323"/>
            <a:ext cx="402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0" name="Google Shape;820;p33"/>
          <p:cNvGrpSpPr/>
          <p:nvPr/>
        </p:nvGrpSpPr>
        <p:grpSpPr>
          <a:xfrm>
            <a:off x="713214" y="1054464"/>
            <a:ext cx="3370246" cy="3071392"/>
            <a:chOff x="713214" y="1054464"/>
            <a:chExt cx="3370246" cy="3071392"/>
          </a:xfrm>
        </p:grpSpPr>
        <p:grpSp>
          <p:nvGrpSpPr>
            <p:cNvPr id="821" name="Google Shape;821;p33"/>
            <p:cNvGrpSpPr/>
            <p:nvPr/>
          </p:nvGrpSpPr>
          <p:grpSpPr>
            <a:xfrm>
              <a:off x="713214" y="1290562"/>
              <a:ext cx="3370246" cy="2835293"/>
              <a:chOff x="713214" y="1290562"/>
              <a:chExt cx="3370246" cy="2835293"/>
            </a:xfrm>
          </p:grpSpPr>
          <p:sp>
            <p:nvSpPr>
              <p:cNvPr id="822" name="Google Shape;822;p33"/>
              <p:cNvSpPr/>
              <p:nvPr/>
            </p:nvSpPr>
            <p:spPr>
              <a:xfrm>
                <a:off x="713214" y="1290562"/>
                <a:ext cx="3370246" cy="2770480"/>
              </a:xfrm>
              <a:custGeom>
                <a:rect b="b" l="l" r="r" t="t"/>
                <a:pathLst>
                  <a:path extrusionOk="0" h="51551" w="62711">
                    <a:moveTo>
                      <a:pt x="33930" y="1"/>
                    </a:moveTo>
                    <a:cubicBezTo>
                      <a:pt x="33551" y="1"/>
                      <a:pt x="33172" y="10"/>
                      <a:pt x="32794" y="27"/>
                    </a:cubicBezTo>
                    <a:cubicBezTo>
                      <a:pt x="30150" y="150"/>
                      <a:pt x="27510" y="581"/>
                      <a:pt x="24970" y="1325"/>
                    </a:cubicBezTo>
                    <a:cubicBezTo>
                      <a:pt x="20762" y="2562"/>
                      <a:pt x="16833" y="4671"/>
                      <a:pt x="13620" y="7723"/>
                    </a:cubicBezTo>
                    <a:cubicBezTo>
                      <a:pt x="9256" y="11874"/>
                      <a:pt x="5740" y="17319"/>
                      <a:pt x="3422" y="22869"/>
                    </a:cubicBezTo>
                    <a:cubicBezTo>
                      <a:pt x="1209" y="28167"/>
                      <a:pt x="1" y="34659"/>
                      <a:pt x="2167" y="40170"/>
                    </a:cubicBezTo>
                    <a:cubicBezTo>
                      <a:pt x="3640" y="43924"/>
                      <a:pt x="6834" y="46833"/>
                      <a:pt x="10464" y="48587"/>
                    </a:cubicBezTo>
                    <a:cubicBezTo>
                      <a:pt x="14094" y="50340"/>
                      <a:pt x="18151" y="51041"/>
                      <a:pt x="22174" y="51326"/>
                    </a:cubicBezTo>
                    <a:cubicBezTo>
                      <a:pt x="23635" y="51429"/>
                      <a:pt x="25101" y="51481"/>
                      <a:pt x="26566" y="51481"/>
                    </a:cubicBezTo>
                    <a:cubicBezTo>
                      <a:pt x="28128" y="51481"/>
                      <a:pt x="29689" y="51422"/>
                      <a:pt x="31244" y="51302"/>
                    </a:cubicBezTo>
                    <a:cubicBezTo>
                      <a:pt x="33120" y="51158"/>
                      <a:pt x="34768" y="50708"/>
                      <a:pt x="36506" y="50708"/>
                    </a:cubicBezTo>
                    <a:cubicBezTo>
                      <a:pt x="37288" y="50708"/>
                      <a:pt x="38088" y="50799"/>
                      <a:pt x="38936" y="51051"/>
                    </a:cubicBezTo>
                    <a:cubicBezTo>
                      <a:pt x="40037" y="51379"/>
                      <a:pt x="41014" y="51550"/>
                      <a:pt x="42061" y="51550"/>
                    </a:cubicBezTo>
                    <a:cubicBezTo>
                      <a:pt x="42573" y="51550"/>
                      <a:pt x="43102" y="51509"/>
                      <a:pt x="43670" y="51425"/>
                    </a:cubicBezTo>
                    <a:cubicBezTo>
                      <a:pt x="54958" y="49738"/>
                      <a:pt x="62711" y="36815"/>
                      <a:pt x="57721" y="26252"/>
                    </a:cubicBezTo>
                    <a:cubicBezTo>
                      <a:pt x="56697" y="24077"/>
                      <a:pt x="55261" y="22120"/>
                      <a:pt x="53650" y="20343"/>
                    </a:cubicBezTo>
                    <a:cubicBezTo>
                      <a:pt x="52181" y="18717"/>
                      <a:pt x="50513" y="17656"/>
                      <a:pt x="50219" y="15353"/>
                    </a:cubicBezTo>
                    <a:cubicBezTo>
                      <a:pt x="50086" y="14301"/>
                      <a:pt x="50172" y="13234"/>
                      <a:pt x="50101" y="12178"/>
                    </a:cubicBezTo>
                    <a:cubicBezTo>
                      <a:pt x="49835" y="8282"/>
                      <a:pt x="47342" y="4733"/>
                      <a:pt x="44035" y="2652"/>
                    </a:cubicBezTo>
                    <a:cubicBezTo>
                      <a:pt x="41047" y="777"/>
                      <a:pt x="37471" y="1"/>
                      <a:pt x="33930" y="1"/>
                    </a:cubicBezTo>
                    <a:close/>
                  </a:path>
                </a:pathLst>
              </a:custGeom>
              <a:solidFill>
                <a:srgbClr val="857FF0">
                  <a:alpha val="70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23" name="Google Shape;823;p33"/>
              <p:cNvGrpSpPr/>
              <p:nvPr/>
            </p:nvGrpSpPr>
            <p:grpSpPr>
              <a:xfrm>
                <a:off x="808983" y="1388266"/>
                <a:ext cx="2966586" cy="1702079"/>
                <a:chOff x="808983" y="1388266"/>
                <a:chExt cx="2966586" cy="1702079"/>
              </a:xfrm>
            </p:grpSpPr>
            <p:sp>
              <p:nvSpPr>
                <p:cNvPr id="824" name="Google Shape;824;p33"/>
                <p:cNvSpPr/>
                <p:nvPr/>
              </p:nvSpPr>
              <p:spPr>
                <a:xfrm>
                  <a:off x="3691462" y="3006238"/>
                  <a:ext cx="84107" cy="84107"/>
                </a:xfrm>
                <a:custGeom>
                  <a:rect b="b" l="l" r="r" t="t"/>
                  <a:pathLst>
                    <a:path extrusionOk="0" fill="none" h="1565" w="1565">
                      <a:moveTo>
                        <a:pt x="1564" y="783"/>
                      </a:moveTo>
                      <a:cubicBezTo>
                        <a:pt x="1564" y="1219"/>
                        <a:pt x="1214" y="1564"/>
                        <a:pt x="782" y="1564"/>
                      </a:cubicBezTo>
                      <a:cubicBezTo>
                        <a:pt x="346" y="1564"/>
                        <a:pt x="1" y="1219"/>
                        <a:pt x="1" y="783"/>
                      </a:cubicBezTo>
                      <a:cubicBezTo>
                        <a:pt x="1" y="351"/>
                        <a:pt x="346" y="1"/>
                        <a:pt x="782" y="1"/>
                      </a:cubicBezTo>
                      <a:cubicBezTo>
                        <a:pt x="1214" y="1"/>
                        <a:pt x="1564" y="351"/>
                        <a:pt x="1564" y="783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5" name="Google Shape;825;p33"/>
                <p:cNvSpPr/>
                <p:nvPr/>
              </p:nvSpPr>
              <p:spPr>
                <a:xfrm>
                  <a:off x="1470661" y="1388266"/>
                  <a:ext cx="84107" cy="84107"/>
                </a:xfrm>
                <a:custGeom>
                  <a:rect b="b" l="l" r="r" t="t"/>
                  <a:pathLst>
                    <a:path extrusionOk="0" fill="none" h="1565" w="1565">
                      <a:moveTo>
                        <a:pt x="1564" y="782"/>
                      </a:moveTo>
                      <a:cubicBezTo>
                        <a:pt x="1564" y="1213"/>
                        <a:pt x="1213" y="1564"/>
                        <a:pt x="782" y="1564"/>
                      </a:cubicBezTo>
                      <a:cubicBezTo>
                        <a:pt x="351" y="1564"/>
                        <a:pt x="0" y="1213"/>
                        <a:pt x="0" y="782"/>
                      </a:cubicBezTo>
                      <a:cubicBezTo>
                        <a:pt x="0" y="351"/>
                        <a:pt x="351" y="0"/>
                        <a:pt x="782" y="0"/>
                      </a:cubicBezTo>
                      <a:cubicBezTo>
                        <a:pt x="1213" y="0"/>
                        <a:pt x="1564" y="351"/>
                        <a:pt x="1564" y="7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6" name="Google Shape;826;p33"/>
                <p:cNvSpPr/>
                <p:nvPr/>
              </p:nvSpPr>
              <p:spPr>
                <a:xfrm>
                  <a:off x="808983" y="2639499"/>
                  <a:ext cx="84107" cy="84107"/>
                </a:xfrm>
                <a:custGeom>
                  <a:rect b="b" l="l" r="r" t="t"/>
                  <a:pathLst>
                    <a:path extrusionOk="0" fill="none" h="1565" w="1565">
                      <a:moveTo>
                        <a:pt x="1565" y="783"/>
                      </a:moveTo>
                      <a:cubicBezTo>
                        <a:pt x="1565" y="1214"/>
                        <a:pt x="1214" y="1564"/>
                        <a:pt x="783" y="1564"/>
                      </a:cubicBezTo>
                      <a:cubicBezTo>
                        <a:pt x="351" y="1564"/>
                        <a:pt x="1" y="1214"/>
                        <a:pt x="1" y="783"/>
                      </a:cubicBezTo>
                      <a:cubicBezTo>
                        <a:pt x="1" y="351"/>
                        <a:pt x="351" y="1"/>
                        <a:pt x="783" y="1"/>
                      </a:cubicBezTo>
                      <a:cubicBezTo>
                        <a:pt x="1214" y="1"/>
                        <a:pt x="1565" y="351"/>
                        <a:pt x="1565" y="783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27" name="Google Shape;827;p33"/>
              <p:cNvGrpSpPr/>
              <p:nvPr/>
            </p:nvGrpSpPr>
            <p:grpSpPr>
              <a:xfrm>
                <a:off x="851010" y="1931979"/>
                <a:ext cx="2319956" cy="1261014"/>
                <a:chOff x="851010" y="1931979"/>
                <a:chExt cx="2319956" cy="1261014"/>
              </a:xfrm>
            </p:grpSpPr>
            <p:sp>
              <p:nvSpPr>
                <p:cNvPr id="828" name="Google Shape;828;p33"/>
                <p:cNvSpPr/>
                <p:nvPr/>
              </p:nvSpPr>
              <p:spPr>
                <a:xfrm>
                  <a:off x="851010" y="3128771"/>
                  <a:ext cx="64491" cy="64222"/>
                </a:xfrm>
                <a:custGeom>
                  <a:rect b="b" l="l" r="r" t="t"/>
                  <a:pathLst>
                    <a:path extrusionOk="0" h="1195" w="1200">
                      <a:moveTo>
                        <a:pt x="602" y="0"/>
                      </a:moveTo>
                      <a:cubicBezTo>
                        <a:pt x="489" y="398"/>
                        <a:pt x="403" y="488"/>
                        <a:pt x="1" y="597"/>
                      </a:cubicBezTo>
                      <a:cubicBezTo>
                        <a:pt x="403" y="706"/>
                        <a:pt x="489" y="796"/>
                        <a:pt x="602" y="1194"/>
                      </a:cubicBezTo>
                      <a:cubicBezTo>
                        <a:pt x="711" y="796"/>
                        <a:pt x="801" y="706"/>
                        <a:pt x="1200" y="597"/>
                      </a:cubicBezTo>
                      <a:cubicBezTo>
                        <a:pt x="801" y="488"/>
                        <a:pt x="711" y="398"/>
                        <a:pt x="6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9" name="Google Shape;829;p33"/>
                <p:cNvSpPr/>
                <p:nvPr/>
              </p:nvSpPr>
              <p:spPr>
                <a:xfrm>
                  <a:off x="3106475" y="1931979"/>
                  <a:ext cx="64491" cy="64491"/>
                </a:xfrm>
                <a:custGeom>
                  <a:rect b="b" l="l" r="r" t="t"/>
                  <a:pathLst>
                    <a:path extrusionOk="0" h="1200" w="1200">
                      <a:moveTo>
                        <a:pt x="602" y="1"/>
                      </a:moveTo>
                      <a:cubicBezTo>
                        <a:pt x="493" y="399"/>
                        <a:pt x="403" y="489"/>
                        <a:pt x="0" y="598"/>
                      </a:cubicBezTo>
                      <a:cubicBezTo>
                        <a:pt x="403" y="712"/>
                        <a:pt x="493" y="797"/>
                        <a:pt x="602" y="1200"/>
                      </a:cubicBezTo>
                      <a:cubicBezTo>
                        <a:pt x="711" y="797"/>
                        <a:pt x="801" y="712"/>
                        <a:pt x="1199" y="598"/>
                      </a:cubicBezTo>
                      <a:cubicBezTo>
                        <a:pt x="801" y="489"/>
                        <a:pt x="711" y="399"/>
                        <a:pt x="6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30" name="Google Shape;830;p33"/>
              <p:cNvGrpSpPr/>
              <p:nvPr/>
            </p:nvGrpSpPr>
            <p:grpSpPr>
              <a:xfrm>
                <a:off x="971716" y="1582330"/>
                <a:ext cx="1978154" cy="2543525"/>
                <a:chOff x="971716" y="1582330"/>
                <a:chExt cx="1978154" cy="2543525"/>
              </a:xfrm>
            </p:grpSpPr>
            <p:sp>
              <p:nvSpPr>
                <p:cNvPr id="831" name="Google Shape;831;p33"/>
                <p:cNvSpPr/>
                <p:nvPr/>
              </p:nvSpPr>
              <p:spPr>
                <a:xfrm>
                  <a:off x="1184160" y="1602968"/>
                  <a:ext cx="1765710" cy="2522888"/>
                </a:xfrm>
                <a:custGeom>
                  <a:rect b="b" l="l" r="r" t="t"/>
                  <a:pathLst>
                    <a:path extrusionOk="0" h="46944" w="32855">
                      <a:moveTo>
                        <a:pt x="0" y="0"/>
                      </a:moveTo>
                      <a:lnTo>
                        <a:pt x="0" y="46944"/>
                      </a:lnTo>
                      <a:lnTo>
                        <a:pt x="32855" y="46944"/>
                      </a:lnTo>
                      <a:lnTo>
                        <a:pt x="328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2" name="Google Shape;832;p33"/>
                <p:cNvSpPr/>
                <p:nvPr/>
              </p:nvSpPr>
              <p:spPr>
                <a:xfrm>
                  <a:off x="971716" y="1602968"/>
                  <a:ext cx="212498" cy="2522888"/>
                </a:xfrm>
                <a:custGeom>
                  <a:rect b="b" l="l" r="r" t="t"/>
                  <a:pathLst>
                    <a:path extrusionOk="0" h="46944" w="3954">
                      <a:moveTo>
                        <a:pt x="3953" y="0"/>
                      </a:moveTo>
                      <a:lnTo>
                        <a:pt x="1" y="640"/>
                      </a:lnTo>
                      <a:lnTo>
                        <a:pt x="1" y="46944"/>
                      </a:lnTo>
                      <a:lnTo>
                        <a:pt x="3953" y="46944"/>
                      </a:lnTo>
                      <a:lnTo>
                        <a:pt x="395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3" name="Google Shape;833;p33"/>
                <p:cNvSpPr/>
                <p:nvPr/>
              </p:nvSpPr>
              <p:spPr>
                <a:xfrm>
                  <a:off x="1259776" y="1678583"/>
                  <a:ext cx="1614747" cy="2371657"/>
                </a:xfrm>
                <a:custGeom>
                  <a:rect b="b" l="l" r="r" t="t"/>
                  <a:pathLst>
                    <a:path extrusionOk="0" fill="none" h="44130" w="30046">
                      <a:moveTo>
                        <a:pt x="30045" y="2010"/>
                      </a:moveTo>
                      <a:lnTo>
                        <a:pt x="30045" y="42120"/>
                      </a:lnTo>
                      <a:cubicBezTo>
                        <a:pt x="30036" y="42115"/>
                        <a:pt x="30026" y="42115"/>
                        <a:pt x="30017" y="42115"/>
                      </a:cubicBezTo>
                      <a:cubicBezTo>
                        <a:pt x="28903" y="42115"/>
                        <a:pt x="28003" y="43021"/>
                        <a:pt x="28003" y="44129"/>
                      </a:cubicBezTo>
                      <a:lnTo>
                        <a:pt x="2015" y="44129"/>
                      </a:lnTo>
                      <a:cubicBezTo>
                        <a:pt x="2015" y="43021"/>
                        <a:pt x="1114" y="42115"/>
                        <a:pt x="1" y="42115"/>
                      </a:cubicBezTo>
                      <a:lnTo>
                        <a:pt x="1" y="2010"/>
                      </a:lnTo>
                      <a:cubicBezTo>
                        <a:pt x="1114" y="2010"/>
                        <a:pt x="2015" y="1110"/>
                        <a:pt x="2015" y="1"/>
                      </a:cubicBezTo>
                      <a:lnTo>
                        <a:pt x="28003" y="1"/>
                      </a:lnTo>
                      <a:cubicBezTo>
                        <a:pt x="28003" y="1110"/>
                        <a:pt x="28903" y="2010"/>
                        <a:pt x="30017" y="2010"/>
                      </a:cubicBezTo>
                      <a:cubicBezTo>
                        <a:pt x="30026" y="2010"/>
                        <a:pt x="30036" y="2010"/>
                        <a:pt x="30045" y="2010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4" name="Google Shape;834;p33"/>
                <p:cNvSpPr/>
                <p:nvPr/>
              </p:nvSpPr>
              <p:spPr>
                <a:xfrm>
                  <a:off x="1294171" y="1712979"/>
                  <a:ext cx="1545957" cy="2302866"/>
                </a:xfrm>
                <a:custGeom>
                  <a:rect b="b" l="l" r="r" t="t"/>
                  <a:pathLst>
                    <a:path extrusionOk="0" fill="none" h="42850" w="28766">
                      <a:moveTo>
                        <a:pt x="1934" y="42850"/>
                      </a:moveTo>
                      <a:cubicBezTo>
                        <a:pt x="1697" y="41902"/>
                        <a:pt x="948" y="41153"/>
                        <a:pt x="0" y="40916"/>
                      </a:cubicBezTo>
                      <a:lnTo>
                        <a:pt x="0" y="1934"/>
                      </a:lnTo>
                      <a:cubicBezTo>
                        <a:pt x="948" y="1697"/>
                        <a:pt x="1697" y="948"/>
                        <a:pt x="1934" y="0"/>
                      </a:cubicBezTo>
                      <a:lnTo>
                        <a:pt x="26804" y="0"/>
                      </a:lnTo>
                      <a:cubicBezTo>
                        <a:pt x="27040" y="958"/>
                        <a:pt x="27803" y="1711"/>
                        <a:pt x="28765" y="1939"/>
                      </a:cubicBezTo>
                      <a:lnTo>
                        <a:pt x="28765" y="40907"/>
                      </a:lnTo>
                      <a:cubicBezTo>
                        <a:pt x="27803" y="41134"/>
                        <a:pt x="27040" y="41892"/>
                        <a:pt x="26804" y="42850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5" name="Google Shape;835;p33"/>
                <p:cNvSpPr/>
                <p:nvPr/>
              </p:nvSpPr>
              <p:spPr>
                <a:xfrm>
                  <a:off x="1404665" y="1582330"/>
                  <a:ext cx="267476" cy="327829"/>
                </a:xfrm>
                <a:custGeom>
                  <a:rect b="b" l="l" r="r" t="t"/>
                  <a:pathLst>
                    <a:path extrusionOk="0" h="6100" w="4977">
                      <a:moveTo>
                        <a:pt x="1" y="0"/>
                      </a:moveTo>
                      <a:lnTo>
                        <a:pt x="1" y="6099"/>
                      </a:lnTo>
                      <a:lnTo>
                        <a:pt x="2489" y="4441"/>
                      </a:lnTo>
                      <a:lnTo>
                        <a:pt x="4977" y="6099"/>
                      </a:lnTo>
                      <a:lnTo>
                        <a:pt x="497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36" name="Google Shape;836;p33"/>
              <p:cNvSpPr/>
              <p:nvPr/>
            </p:nvSpPr>
            <p:spPr>
              <a:xfrm>
                <a:off x="1522361" y="3278498"/>
                <a:ext cx="371092" cy="843542"/>
              </a:xfrm>
              <a:custGeom>
                <a:rect b="b" l="l" r="r" t="t"/>
                <a:pathLst>
                  <a:path extrusionOk="0" h="15696" w="6905">
                    <a:moveTo>
                      <a:pt x="2829" y="1"/>
                    </a:moveTo>
                    <a:lnTo>
                      <a:pt x="0" y="14923"/>
                    </a:lnTo>
                    <a:lnTo>
                      <a:pt x="4076" y="15696"/>
                    </a:lnTo>
                    <a:lnTo>
                      <a:pt x="6905" y="773"/>
                    </a:lnTo>
                    <a:lnTo>
                      <a:pt x="28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3"/>
              <p:cNvSpPr/>
              <p:nvPr/>
            </p:nvSpPr>
            <p:spPr>
              <a:xfrm>
                <a:off x="1671336" y="3324071"/>
                <a:ext cx="176275" cy="207661"/>
              </a:xfrm>
              <a:custGeom>
                <a:rect b="b" l="l" r="r" t="t"/>
                <a:pathLst>
                  <a:path extrusionOk="0" fill="none" h="3864" w="3280">
                    <a:moveTo>
                      <a:pt x="3280" y="982"/>
                    </a:moveTo>
                    <a:lnTo>
                      <a:pt x="2815" y="3427"/>
                    </a:lnTo>
                    <a:cubicBezTo>
                      <a:pt x="2782" y="3422"/>
                      <a:pt x="2744" y="3418"/>
                      <a:pt x="2707" y="3418"/>
                    </a:cubicBezTo>
                    <a:cubicBezTo>
                      <a:pt x="2436" y="3418"/>
                      <a:pt x="2209" y="3607"/>
                      <a:pt x="2157" y="3863"/>
                    </a:cubicBezTo>
                    <a:lnTo>
                      <a:pt x="451" y="3541"/>
                    </a:lnTo>
                    <a:cubicBezTo>
                      <a:pt x="460" y="3498"/>
                      <a:pt x="465" y="3460"/>
                      <a:pt x="465" y="3418"/>
                    </a:cubicBezTo>
                    <a:cubicBezTo>
                      <a:pt x="465" y="3138"/>
                      <a:pt x="266" y="2910"/>
                      <a:pt x="1" y="2863"/>
                    </a:cubicBezTo>
                    <a:lnTo>
                      <a:pt x="465" y="418"/>
                    </a:lnTo>
                    <a:cubicBezTo>
                      <a:pt x="503" y="427"/>
                      <a:pt x="546" y="427"/>
                      <a:pt x="583" y="427"/>
                    </a:cubicBezTo>
                    <a:cubicBezTo>
                      <a:pt x="849" y="427"/>
                      <a:pt x="1072" y="247"/>
                      <a:pt x="1133" y="1"/>
                    </a:cubicBezTo>
                    <a:lnTo>
                      <a:pt x="2834" y="323"/>
                    </a:lnTo>
                    <a:cubicBezTo>
                      <a:pt x="2825" y="356"/>
                      <a:pt x="2825" y="394"/>
                      <a:pt x="2825" y="427"/>
                    </a:cubicBezTo>
                    <a:cubicBezTo>
                      <a:pt x="2825" y="707"/>
                      <a:pt x="3019" y="934"/>
                      <a:pt x="3280" y="98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38" name="Google Shape;838;p33"/>
              <p:cNvGrpSpPr/>
              <p:nvPr/>
            </p:nvGrpSpPr>
            <p:grpSpPr>
              <a:xfrm>
                <a:off x="1313518" y="3226314"/>
                <a:ext cx="2314851" cy="895726"/>
                <a:chOff x="1313518" y="3226314"/>
                <a:chExt cx="2314851" cy="895726"/>
              </a:xfrm>
            </p:grpSpPr>
            <p:sp>
              <p:nvSpPr>
                <p:cNvPr id="839" name="Google Shape;839;p33"/>
                <p:cNvSpPr/>
                <p:nvPr/>
              </p:nvSpPr>
              <p:spPr>
                <a:xfrm>
                  <a:off x="1741362" y="3319772"/>
                  <a:ext cx="152091" cy="802268"/>
                </a:xfrm>
                <a:custGeom>
                  <a:rect b="b" l="l" r="r" t="t"/>
                  <a:pathLst>
                    <a:path extrusionOk="0" fill="none" h="14928" w="2830">
                      <a:moveTo>
                        <a:pt x="2830" y="0"/>
                      </a:moveTo>
                      <a:lnTo>
                        <a:pt x="1" y="14928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0" name="Google Shape;840;p33"/>
                <p:cNvSpPr/>
                <p:nvPr/>
              </p:nvSpPr>
              <p:spPr>
                <a:xfrm>
                  <a:off x="1522361" y="3278229"/>
                  <a:ext cx="151823" cy="802053"/>
                </a:xfrm>
                <a:custGeom>
                  <a:rect b="b" l="l" r="r" t="t"/>
                  <a:pathLst>
                    <a:path extrusionOk="0" fill="none" h="14924" w="2825">
                      <a:moveTo>
                        <a:pt x="2825" y="1"/>
                      </a:moveTo>
                      <a:lnTo>
                        <a:pt x="0" y="14924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1" name="Google Shape;841;p33"/>
                <p:cNvSpPr/>
                <p:nvPr/>
              </p:nvSpPr>
              <p:spPr>
                <a:xfrm>
                  <a:off x="1313518" y="3507709"/>
                  <a:ext cx="314071" cy="614116"/>
                </a:xfrm>
                <a:custGeom>
                  <a:rect b="b" l="l" r="r" t="t"/>
                  <a:pathLst>
                    <a:path extrusionOk="0" h="11427" w="5844">
                      <a:moveTo>
                        <a:pt x="4284" y="1"/>
                      </a:moveTo>
                      <a:lnTo>
                        <a:pt x="0" y="10805"/>
                      </a:lnTo>
                      <a:lnTo>
                        <a:pt x="1560" y="11426"/>
                      </a:lnTo>
                      <a:lnTo>
                        <a:pt x="5844" y="621"/>
                      </a:lnTo>
                      <a:lnTo>
                        <a:pt x="42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2" name="Google Shape;842;p33"/>
                <p:cNvSpPr/>
                <p:nvPr/>
              </p:nvSpPr>
              <p:spPr>
                <a:xfrm>
                  <a:off x="1357587" y="4013534"/>
                  <a:ext cx="49443" cy="49443"/>
                </a:xfrm>
                <a:custGeom>
                  <a:rect b="b" l="l" r="r" t="t"/>
                  <a:pathLst>
                    <a:path extrusionOk="0" h="920" w="920">
                      <a:moveTo>
                        <a:pt x="460" y="0"/>
                      </a:moveTo>
                      <a:cubicBezTo>
                        <a:pt x="209" y="0"/>
                        <a:pt x="0" y="209"/>
                        <a:pt x="0" y="460"/>
                      </a:cubicBezTo>
                      <a:cubicBezTo>
                        <a:pt x="0" y="716"/>
                        <a:pt x="209" y="919"/>
                        <a:pt x="460" y="919"/>
                      </a:cubicBezTo>
                      <a:cubicBezTo>
                        <a:pt x="711" y="919"/>
                        <a:pt x="920" y="716"/>
                        <a:pt x="920" y="460"/>
                      </a:cubicBezTo>
                      <a:cubicBezTo>
                        <a:pt x="920" y="209"/>
                        <a:pt x="711" y="0"/>
                        <a:pt x="46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3" name="Google Shape;843;p33"/>
                <p:cNvSpPr/>
                <p:nvPr/>
              </p:nvSpPr>
              <p:spPr>
                <a:xfrm>
                  <a:off x="1397571" y="3541352"/>
                  <a:ext cx="230287" cy="580688"/>
                </a:xfrm>
                <a:custGeom>
                  <a:rect b="b" l="l" r="r" t="t"/>
                  <a:pathLst>
                    <a:path extrusionOk="0" fill="none" h="10805" w="4285">
                      <a:moveTo>
                        <a:pt x="0" y="10805"/>
                      </a:moveTo>
                      <a:lnTo>
                        <a:pt x="4284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44" name="Google Shape;844;p33"/>
                <p:cNvGrpSpPr/>
                <p:nvPr/>
              </p:nvGrpSpPr>
              <p:grpSpPr>
                <a:xfrm>
                  <a:off x="1873031" y="3226314"/>
                  <a:ext cx="1755338" cy="895726"/>
                  <a:chOff x="1873031" y="3226314"/>
                  <a:chExt cx="1755338" cy="895726"/>
                </a:xfrm>
              </p:grpSpPr>
              <p:sp>
                <p:nvSpPr>
                  <p:cNvPr id="845" name="Google Shape;845;p33"/>
                  <p:cNvSpPr/>
                  <p:nvPr/>
                </p:nvSpPr>
                <p:spPr>
                  <a:xfrm>
                    <a:off x="1958374" y="3854080"/>
                    <a:ext cx="1669994" cy="267960"/>
                  </a:xfrm>
                  <a:custGeom>
                    <a:rect b="b" l="l" r="r" t="t"/>
                    <a:pathLst>
                      <a:path extrusionOk="0" h="4986" w="31074">
                        <a:moveTo>
                          <a:pt x="0" y="0"/>
                        </a:moveTo>
                        <a:lnTo>
                          <a:pt x="0" y="4986"/>
                        </a:lnTo>
                        <a:lnTo>
                          <a:pt x="31073" y="4986"/>
                        </a:lnTo>
                        <a:lnTo>
                          <a:pt x="31073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6" name="Google Shape;846;p33"/>
                  <p:cNvSpPr/>
                  <p:nvPr/>
                </p:nvSpPr>
                <p:spPr>
                  <a:xfrm>
                    <a:off x="3306881" y="3904275"/>
                    <a:ext cx="246839" cy="165849"/>
                  </a:xfrm>
                  <a:custGeom>
                    <a:rect b="b" l="l" r="r" t="t"/>
                    <a:pathLst>
                      <a:path extrusionOk="0" h="3086" w="4593">
                        <a:moveTo>
                          <a:pt x="1" y="0"/>
                        </a:moveTo>
                        <a:lnTo>
                          <a:pt x="1" y="3085"/>
                        </a:lnTo>
                        <a:lnTo>
                          <a:pt x="4593" y="3085"/>
                        </a:lnTo>
                        <a:lnTo>
                          <a:pt x="4593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7" name="Google Shape;847;p33"/>
                  <p:cNvSpPr/>
                  <p:nvPr/>
                </p:nvSpPr>
                <p:spPr>
                  <a:xfrm>
                    <a:off x="3323219" y="3919538"/>
                    <a:ext cx="214486" cy="48959"/>
                  </a:xfrm>
                  <a:custGeom>
                    <a:rect b="b" l="l" r="r" t="t"/>
                    <a:pathLst>
                      <a:path extrusionOk="0" h="911" w="3991">
                        <a:moveTo>
                          <a:pt x="0" y="0"/>
                        </a:moveTo>
                        <a:lnTo>
                          <a:pt x="0" y="910"/>
                        </a:lnTo>
                        <a:lnTo>
                          <a:pt x="3990" y="910"/>
                        </a:lnTo>
                        <a:lnTo>
                          <a:pt x="399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8" name="Google Shape;848;p33"/>
                  <p:cNvSpPr/>
                  <p:nvPr/>
                </p:nvSpPr>
                <p:spPr>
                  <a:xfrm>
                    <a:off x="3323219" y="3962855"/>
                    <a:ext cx="214486" cy="48691"/>
                  </a:xfrm>
                  <a:custGeom>
                    <a:rect b="b" l="l" r="r" t="t"/>
                    <a:pathLst>
                      <a:path extrusionOk="0" h="906" w="3991">
                        <a:moveTo>
                          <a:pt x="0" y="0"/>
                        </a:moveTo>
                        <a:lnTo>
                          <a:pt x="0" y="905"/>
                        </a:lnTo>
                        <a:lnTo>
                          <a:pt x="3990" y="905"/>
                        </a:lnTo>
                        <a:lnTo>
                          <a:pt x="3990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9" name="Google Shape;849;p33"/>
                  <p:cNvSpPr/>
                  <p:nvPr/>
                </p:nvSpPr>
                <p:spPr>
                  <a:xfrm>
                    <a:off x="3323219" y="4006117"/>
                    <a:ext cx="214486" cy="48691"/>
                  </a:xfrm>
                  <a:custGeom>
                    <a:rect b="b" l="l" r="r" t="t"/>
                    <a:pathLst>
                      <a:path extrusionOk="0" h="906" w="3991">
                        <a:moveTo>
                          <a:pt x="0" y="1"/>
                        </a:moveTo>
                        <a:lnTo>
                          <a:pt x="0" y="906"/>
                        </a:lnTo>
                        <a:lnTo>
                          <a:pt x="3990" y="906"/>
                        </a:lnTo>
                        <a:lnTo>
                          <a:pt x="399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50" name="Google Shape;850;p33"/>
                  <p:cNvSpPr/>
                  <p:nvPr/>
                </p:nvSpPr>
                <p:spPr>
                  <a:xfrm>
                    <a:off x="2014374" y="3893580"/>
                    <a:ext cx="54" cy="194333"/>
                  </a:xfrm>
                  <a:custGeom>
                    <a:rect b="b" l="l" r="r" t="t"/>
                    <a:pathLst>
                      <a:path extrusionOk="0" fill="none" h="3616" w="1">
                        <a:moveTo>
                          <a:pt x="1" y="0"/>
                        </a:moveTo>
                        <a:lnTo>
                          <a:pt x="1" y="3616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51" name="Google Shape;851;p33"/>
                  <p:cNvSpPr/>
                  <p:nvPr/>
                </p:nvSpPr>
                <p:spPr>
                  <a:xfrm>
                    <a:off x="2060485" y="3893580"/>
                    <a:ext cx="54" cy="194333"/>
                  </a:xfrm>
                  <a:custGeom>
                    <a:rect b="b" l="l" r="r" t="t"/>
                    <a:pathLst>
                      <a:path extrusionOk="0" fill="none" h="3616" w="1">
                        <a:moveTo>
                          <a:pt x="1" y="0"/>
                        </a:moveTo>
                        <a:lnTo>
                          <a:pt x="1" y="3616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52" name="Google Shape;852;p33"/>
                  <p:cNvSpPr/>
                  <p:nvPr/>
                </p:nvSpPr>
                <p:spPr>
                  <a:xfrm>
                    <a:off x="2106327" y="3893580"/>
                    <a:ext cx="54" cy="194333"/>
                  </a:xfrm>
                  <a:custGeom>
                    <a:rect b="b" l="l" r="r" t="t"/>
                    <a:pathLst>
                      <a:path extrusionOk="0" fill="none" h="3616" w="1">
                        <a:moveTo>
                          <a:pt x="1" y="0"/>
                        </a:moveTo>
                        <a:lnTo>
                          <a:pt x="1" y="3616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853" name="Google Shape;853;p33"/>
                  <p:cNvGrpSpPr/>
                  <p:nvPr/>
                </p:nvGrpSpPr>
                <p:grpSpPr>
                  <a:xfrm>
                    <a:off x="1873031" y="3226314"/>
                    <a:ext cx="1725510" cy="627820"/>
                    <a:chOff x="1873031" y="3226314"/>
                    <a:chExt cx="1725510" cy="627820"/>
                  </a:xfrm>
                </p:grpSpPr>
                <p:sp>
                  <p:nvSpPr>
                    <p:cNvPr id="854" name="Google Shape;854;p33"/>
                    <p:cNvSpPr/>
                    <p:nvPr/>
                  </p:nvSpPr>
                  <p:spPr>
                    <a:xfrm>
                      <a:off x="2014374" y="3636315"/>
                      <a:ext cx="983165" cy="217818"/>
                    </a:xfrm>
                    <a:custGeom>
                      <a:rect b="b" l="l" r="r" t="t"/>
                      <a:pathLst>
                        <a:path extrusionOk="0" h="4053" w="18294">
                          <a:moveTo>
                            <a:pt x="1" y="1"/>
                          </a:moveTo>
                          <a:lnTo>
                            <a:pt x="1" y="4052"/>
                          </a:lnTo>
                          <a:lnTo>
                            <a:pt x="16265" y="4052"/>
                          </a:lnTo>
                          <a:cubicBezTo>
                            <a:pt x="16824" y="4052"/>
                            <a:pt x="17331" y="3825"/>
                            <a:pt x="17696" y="3455"/>
                          </a:cubicBezTo>
                          <a:cubicBezTo>
                            <a:pt x="18066" y="3090"/>
                            <a:pt x="18293" y="2583"/>
                            <a:pt x="18293" y="2024"/>
                          </a:cubicBezTo>
                          <a:cubicBezTo>
                            <a:pt x="18293" y="906"/>
                            <a:pt x="17383" y="1"/>
                            <a:pt x="16265" y="1"/>
                          </a:cubicBezTo>
                          <a:close/>
                        </a:path>
                      </a:pathLst>
                    </a:custGeom>
                    <a:solidFill>
                      <a:srgbClr val="E8C24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55" name="Google Shape;855;p33"/>
                    <p:cNvSpPr/>
                    <p:nvPr/>
                  </p:nvSpPr>
                  <p:spPr>
                    <a:xfrm>
                      <a:off x="2014374" y="3662326"/>
                      <a:ext cx="956885" cy="165581"/>
                    </a:xfrm>
                    <a:custGeom>
                      <a:rect b="b" l="l" r="r" t="t"/>
                      <a:pathLst>
                        <a:path extrusionOk="0" h="3081" w="17805">
                          <a:moveTo>
                            <a:pt x="1" y="0"/>
                          </a:moveTo>
                          <a:lnTo>
                            <a:pt x="1" y="3080"/>
                          </a:lnTo>
                          <a:lnTo>
                            <a:pt x="16222" y="3080"/>
                          </a:lnTo>
                          <a:cubicBezTo>
                            <a:pt x="16644" y="3080"/>
                            <a:pt x="17042" y="2919"/>
                            <a:pt x="17341" y="2630"/>
                          </a:cubicBezTo>
                          <a:cubicBezTo>
                            <a:pt x="17644" y="2341"/>
                            <a:pt x="17805" y="1953"/>
                            <a:pt x="17805" y="1540"/>
                          </a:cubicBezTo>
                          <a:cubicBezTo>
                            <a:pt x="17805" y="692"/>
                            <a:pt x="17094" y="0"/>
                            <a:pt x="16222" y="0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56" name="Google Shape;856;p33"/>
                    <p:cNvSpPr/>
                    <p:nvPr/>
                  </p:nvSpPr>
                  <p:spPr>
                    <a:xfrm>
                      <a:off x="2232891" y="3636315"/>
                      <a:ext cx="807159" cy="217818"/>
                    </a:xfrm>
                    <a:custGeom>
                      <a:rect b="b" l="l" r="r" t="t"/>
                      <a:pathLst>
                        <a:path extrusionOk="0" h="4053" w="15019">
                          <a:moveTo>
                            <a:pt x="1" y="1"/>
                          </a:moveTo>
                          <a:lnTo>
                            <a:pt x="1" y="15"/>
                          </a:lnTo>
                          <a:cubicBezTo>
                            <a:pt x="1006" y="138"/>
                            <a:pt x="1778" y="991"/>
                            <a:pt x="1778" y="2024"/>
                          </a:cubicBezTo>
                          <a:cubicBezTo>
                            <a:pt x="1778" y="2583"/>
                            <a:pt x="1550" y="3090"/>
                            <a:pt x="1186" y="3455"/>
                          </a:cubicBezTo>
                          <a:cubicBezTo>
                            <a:pt x="873" y="3768"/>
                            <a:pt x="461" y="3981"/>
                            <a:pt x="1" y="4034"/>
                          </a:cubicBezTo>
                          <a:lnTo>
                            <a:pt x="1" y="4052"/>
                          </a:lnTo>
                          <a:lnTo>
                            <a:pt x="12990" y="4052"/>
                          </a:lnTo>
                          <a:cubicBezTo>
                            <a:pt x="13549" y="4052"/>
                            <a:pt x="14056" y="3825"/>
                            <a:pt x="14421" y="3455"/>
                          </a:cubicBezTo>
                          <a:cubicBezTo>
                            <a:pt x="14791" y="3090"/>
                            <a:pt x="15018" y="2583"/>
                            <a:pt x="15018" y="2024"/>
                          </a:cubicBezTo>
                          <a:cubicBezTo>
                            <a:pt x="15018" y="906"/>
                            <a:pt x="14109" y="1"/>
                            <a:pt x="12990" y="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57" name="Google Shape;857;p33"/>
                    <p:cNvSpPr/>
                    <p:nvPr/>
                  </p:nvSpPr>
                  <p:spPr>
                    <a:xfrm>
                      <a:off x="2210480" y="3704837"/>
                      <a:ext cx="69113" cy="90986"/>
                    </a:xfrm>
                    <a:custGeom>
                      <a:rect b="b" l="l" r="r" t="t"/>
                      <a:pathLst>
                        <a:path extrusionOk="0" h="1693" w="1286">
                          <a:moveTo>
                            <a:pt x="1" y="0"/>
                          </a:moveTo>
                          <a:lnTo>
                            <a:pt x="1" y="1692"/>
                          </a:lnTo>
                          <a:lnTo>
                            <a:pt x="641" y="1209"/>
                          </a:lnTo>
                          <a:lnTo>
                            <a:pt x="1285" y="1692"/>
                          </a:lnTo>
                          <a:lnTo>
                            <a:pt x="1285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58" name="Google Shape;858;p33"/>
                    <p:cNvSpPr/>
                    <p:nvPr/>
                  </p:nvSpPr>
                  <p:spPr>
                    <a:xfrm>
                      <a:off x="2293513" y="3665336"/>
                      <a:ext cx="75723" cy="156713"/>
                    </a:xfrm>
                    <a:custGeom>
                      <a:rect b="b" l="l" r="r" t="t"/>
                      <a:pathLst>
                        <a:path extrusionOk="0" fill="none" h="2916" w="1409">
                          <a:moveTo>
                            <a:pt x="1" y="1"/>
                          </a:moveTo>
                          <a:cubicBezTo>
                            <a:pt x="1" y="1"/>
                            <a:pt x="1408" y="1285"/>
                            <a:pt x="58" y="2915"/>
                          </a:cubicBez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miter lim="4738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59" name="Google Shape;859;p33"/>
                    <p:cNvSpPr/>
                    <p:nvPr/>
                  </p:nvSpPr>
                  <p:spPr>
                    <a:xfrm>
                      <a:off x="2014374" y="3636315"/>
                      <a:ext cx="1584168" cy="217818"/>
                    </a:xfrm>
                    <a:custGeom>
                      <a:rect b="b" l="l" r="r" t="t"/>
                      <a:pathLst>
                        <a:path extrusionOk="0" fill="none" h="4053" w="29477">
                          <a:moveTo>
                            <a:pt x="1" y="1"/>
                          </a:moveTo>
                          <a:lnTo>
                            <a:pt x="1" y="4052"/>
                          </a:lnTo>
                          <a:lnTo>
                            <a:pt x="29477" y="4052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miter lim="4738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60" name="Google Shape;860;p33"/>
                    <p:cNvSpPr/>
                    <p:nvPr/>
                  </p:nvSpPr>
                  <p:spPr>
                    <a:xfrm>
                      <a:off x="2053122" y="3704837"/>
                      <a:ext cx="226471" cy="54"/>
                    </a:xfrm>
                    <a:custGeom>
                      <a:rect b="b" l="l" r="r" t="t"/>
                      <a:pathLst>
                        <a:path extrusionOk="0" fill="none" h="1" w="4214">
                          <a:moveTo>
                            <a:pt x="4213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miter lim="4738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61" name="Google Shape;861;p33"/>
                    <p:cNvSpPr/>
                    <p:nvPr/>
                  </p:nvSpPr>
                  <p:spPr>
                    <a:xfrm>
                      <a:off x="1886789" y="3636315"/>
                      <a:ext cx="1093391" cy="54"/>
                    </a:xfrm>
                    <a:custGeom>
                      <a:rect b="b" l="l" r="r" t="t"/>
                      <a:pathLst>
                        <a:path extrusionOk="0" fill="none" h="1" w="20345">
                          <a:moveTo>
                            <a:pt x="20345" y="1"/>
                          </a:moveTo>
                          <a:lnTo>
                            <a:pt x="1" y="1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miter lim="4738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862" name="Google Shape;862;p33"/>
                    <p:cNvGrpSpPr/>
                    <p:nvPr/>
                  </p:nvGrpSpPr>
                  <p:grpSpPr>
                    <a:xfrm>
                      <a:off x="1873031" y="3226314"/>
                      <a:ext cx="1168308" cy="408282"/>
                      <a:chOff x="1873031" y="3226314"/>
                      <a:chExt cx="1168308" cy="408282"/>
                    </a:xfrm>
                  </p:grpSpPr>
                  <p:grpSp>
                    <p:nvGrpSpPr>
                      <p:cNvPr id="863" name="Google Shape;863;p33"/>
                      <p:cNvGrpSpPr/>
                      <p:nvPr/>
                    </p:nvGrpSpPr>
                    <p:grpSpPr>
                      <a:xfrm>
                        <a:off x="1983580" y="3226314"/>
                        <a:ext cx="982843" cy="217765"/>
                        <a:chOff x="1983580" y="3226314"/>
                        <a:chExt cx="982843" cy="217765"/>
                      </a:xfrm>
                    </p:grpSpPr>
                    <p:sp>
                      <p:nvSpPr>
                        <p:cNvPr id="864" name="Google Shape;864;p33"/>
                        <p:cNvSpPr/>
                        <p:nvPr/>
                      </p:nvSpPr>
                      <p:spPr>
                        <a:xfrm>
                          <a:off x="1983580" y="3226314"/>
                          <a:ext cx="982843" cy="217765"/>
                        </a:xfrm>
                        <a:custGeom>
                          <a:rect b="b" l="l" r="r" t="t"/>
                          <a:pathLst>
                            <a:path extrusionOk="0" h="4052" w="18288">
                              <a:moveTo>
                                <a:pt x="2024" y="0"/>
                              </a:moveTo>
                              <a:cubicBezTo>
                                <a:pt x="906" y="0"/>
                                <a:pt x="0" y="910"/>
                                <a:pt x="0" y="2028"/>
                              </a:cubicBezTo>
                              <a:cubicBezTo>
                                <a:pt x="0" y="2588"/>
                                <a:pt x="223" y="3090"/>
                                <a:pt x="593" y="3459"/>
                              </a:cubicBezTo>
                              <a:cubicBezTo>
                                <a:pt x="958" y="3824"/>
                                <a:pt x="1465" y="4052"/>
                                <a:pt x="2024" y="4052"/>
                              </a:cubicBezTo>
                              <a:lnTo>
                                <a:pt x="18288" y="4052"/>
                              </a:lnTo>
                              <a:lnTo>
                                <a:pt x="18288" y="0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lt2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/>
                        </a:p>
                      </p:txBody>
                    </p:sp>
                    <p:sp>
                      <p:nvSpPr>
                        <p:cNvPr id="865" name="Google Shape;865;p33"/>
                        <p:cNvSpPr/>
                        <p:nvPr/>
                      </p:nvSpPr>
                      <p:spPr>
                        <a:xfrm>
                          <a:off x="2009537" y="3252540"/>
                          <a:ext cx="956885" cy="165581"/>
                        </a:xfrm>
                        <a:custGeom>
                          <a:rect b="b" l="l" r="r" t="t"/>
                          <a:pathLst>
                            <a:path extrusionOk="0" h="3081" w="17805">
                              <a:moveTo>
                                <a:pt x="1584" y="0"/>
                              </a:moveTo>
                              <a:cubicBezTo>
                                <a:pt x="712" y="0"/>
                                <a:pt x="1" y="687"/>
                                <a:pt x="1" y="1540"/>
                              </a:cubicBezTo>
                              <a:cubicBezTo>
                                <a:pt x="1" y="1953"/>
                                <a:pt x="167" y="2336"/>
                                <a:pt x="465" y="2630"/>
                              </a:cubicBezTo>
                              <a:cubicBezTo>
                                <a:pt x="764" y="2919"/>
                                <a:pt x="1162" y="3080"/>
                                <a:pt x="1584" y="3080"/>
                              </a:cubicBezTo>
                              <a:lnTo>
                                <a:pt x="17805" y="3080"/>
                              </a:lnTo>
                              <a:lnTo>
                                <a:pt x="17805" y="0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lt1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/>
                        </a:p>
                      </p:txBody>
                    </p:sp>
                    <p:sp>
                      <p:nvSpPr>
                        <p:cNvPr id="866" name="Google Shape;866;p33"/>
                        <p:cNvSpPr/>
                        <p:nvPr/>
                      </p:nvSpPr>
                      <p:spPr>
                        <a:xfrm>
                          <a:off x="1983580" y="3226314"/>
                          <a:ext cx="764326" cy="217765"/>
                        </a:xfrm>
                        <a:custGeom>
                          <a:rect b="b" l="l" r="r" t="t"/>
                          <a:pathLst>
                            <a:path extrusionOk="0" h="4052" w="14222">
                              <a:moveTo>
                                <a:pt x="2024" y="0"/>
                              </a:moveTo>
                              <a:cubicBezTo>
                                <a:pt x="906" y="0"/>
                                <a:pt x="0" y="910"/>
                                <a:pt x="0" y="2028"/>
                              </a:cubicBezTo>
                              <a:cubicBezTo>
                                <a:pt x="0" y="2588"/>
                                <a:pt x="223" y="3090"/>
                                <a:pt x="593" y="3459"/>
                              </a:cubicBezTo>
                              <a:cubicBezTo>
                                <a:pt x="958" y="3824"/>
                                <a:pt x="1465" y="4052"/>
                                <a:pt x="2024" y="4052"/>
                              </a:cubicBezTo>
                              <a:lnTo>
                                <a:pt x="14222" y="4052"/>
                              </a:lnTo>
                              <a:lnTo>
                                <a:pt x="14222" y="4038"/>
                              </a:lnTo>
                              <a:cubicBezTo>
                                <a:pt x="13762" y="3981"/>
                                <a:pt x="13350" y="3772"/>
                                <a:pt x="13037" y="3459"/>
                              </a:cubicBezTo>
                              <a:cubicBezTo>
                                <a:pt x="12672" y="3090"/>
                                <a:pt x="12445" y="2588"/>
                                <a:pt x="12445" y="2028"/>
                              </a:cubicBezTo>
                              <a:cubicBezTo>
                                <a:pt x="12445" y="990"/>
                                <a:pt x="13222" y="137"/>
                                <a:pt x="14222" y="19"/>
                              </a:cubicBezTo>
                              <a:lnTo>
                                <a:pt x="14222" y="0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lt2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/>
                        </a:p>
                      </p:txBody>
                    </p:sp>
                    <p:sp>
                      <p:nvSpPr>
                        <p:cNvPr id="867" name="Google Shape;867;p33"/>
                        <p:cNvSpPr/>
                        <p:nvPr/>
                      </p:nvSpPr>
                      <p:spPr>
                        <a:xfrm>
                          <a:off x="2701526" y="3294782"/>
                          <a:ext cx="68790" cy="90986"/>
                        </a:xfrm>
                        <a:custGeom>
                          <a:rect b="b" l="l" r="r" t="t"/>
                          <a:pathLst>
                            <a:path extrusionOk="0" h="1693" w="1280">
                              <a:moveTo>
                                <a:pt x="0" y="1"/>
                              </a:moveTo>
                              <a:lnTo>
                                <a:pt x="0" y="1693"/>
                              </a:lnTo>
                              <a:lnTo>
                                <a:pt x="640" y="1209"/>
                              </a:lnTo>
                              <a:lnTo>
                                <a:pt x="1280" y="1693"/>
                              </a:lnTo>
                              <a:lnTo>
                                <a:pt x="1280" y="1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/>
                        </a:p>
                      </p:txBody>
                    </p:sp>
                    <p:sp>
                      <p:nvSpPr>
                        <p:cNvPr id="868" name="Google Shape;868;p33"/>
                        <p:cNvSpPr/>
                        <p:nvPr/>
                      </p:nvSpPr>
                      <p:spPr>
                        <a:xfrm>
                          <a:off x="2602962" y="3252540"/>
                          <a:ext cx="89965" cy="165581"/>
                        </a:xfrm>
                        <a:custGeom>
                          <a:rect b="b" l="l" r="r" t="t"/>
                          <a:pathLst>
                            <a:path extrusionOk="0" fill="none" h="3081" w="1674">
                              <a:moveTo>
                                <a:pt x="1673" y="0"/>
                              </a:moveTo>
                              <a:cubicBezTo>
                                <a:pt x="1673" y="0"/>
                                <a:pt x="0" y="1213"/>
                                <a:pt x="1631" y="3080"/>
                              </a:cubicBezTo>
                            </a:path>
                          </a:pathLst>
                        </a:custGeom>
                        <a:noFill/>
                        <a:ln cap="rnd" cmpd="sng" w="9525">
                          <a:solidFill>
                            <a:schemeClr val="dk1"/>
                          </a:solidFill>
                          <a:prstDash val="solid"/>
                          <a:miter lim="4738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/>
                        </a:p>
                      </p:txBody>
                    </p:sp>
                    <p:sp>
                      <p:nvSpPr>
                        <p:cNvPr id="869" name="Google Shape;869;p33"/>
                        <p:cNvSpPr/>
                        <p:nvPr/>
                      </p:nvSpPr>
                      <p:spPr>
                        <a:xfrm>
                          <a:off x="2701526" y="3294782"/>
                          <a:ext cx="232060" cy="54"/>
                        </a:xfrm>
                        <a:custGeom>
                          <a:rect b="b" l="l" r="r" t="t"/>
                          <a:pathLst>
                            <a:path extrusionOk="0" fill="none" h="1" w="4318">
                              <a:moveTo>
                                <a:pt x="0" y="1"/>
                              </a:moveTo>
                              <a:lnTo>
                                <a:pt x="4318" y="1"/>
                              </a:lnTo>
                            </a:path>
                          </a:pathLst>
                        </a:custGeom>
                        <a:noFill/>
                        <a:ln cap="rnd" cmpd="sng" w="9525">
                          <a:solidFill>
                            <a:schemeClr val="dk1"/>
                          </a:solidFill>
                          <a:prstDash val="solid"/>
                          <a:miter lim="4738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/>
                        </a:p>
                      </p:txBody>
                    </p:sp>
                    <p:sp>
                      <p:nvSpPr>
                        <p:cNvPr id="870" name="Google Shape;870;p33"/>
                        <p:cNvSpPr/>
                        <p:nvPr/>
                      </p:nvSpPr>
                      <p:spPr>
                        <a:xfrm>
                          <a:off x="2142227" y="3287150"/>
                          <a:ext cx="260866" cy="54"/>
                        </a:xfrm>
                        <a:custGeom>
                          <a:rect b="b" l="l" r="r" t="t"/>
                          <a:pathLst>
                            <a:path extrusionOk="0" fill="none" h="1" w="4854">
                              <a:moveTo>
                                <a:pt x="4853" y="1"/>
                              </a:moveTo>
                              <a:lnTo>
                                <a:pt x="1" y="1"/>
                              </a:lnTo>
                            </a:path>
                          </a:pathLst>
                        </a:custGeom>
                        <a:noFill/>
                        <a:ln cap="flat" cmpd="sng" w="9525">
                          <a:solidFill>
                            <a:schemeClr val="lt1"/>
                          </a:solidFill>
                          <a:prstDash val="solid"/>
                          <a:miter lim="4738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/>
                        </a:p>
                      </p:txBody>
                    </p:sp>
                    <p:sp>
                      <p:nvSpPr>
                        <p:cNvPr id="871" name="Google Shape;871;p33"/>
                        <p:cNvSpPr/>
                        <p:nvPr/>
                      </p:nvSpPr>
                      <p:spPr>
                        <a:xfrm>
                          <a:off x="2142227" y="3339603"/>
                          <a:ext cx="260866" cy="54"/>
                        </a:xfrm>
                        <a:custGeom>
                          <a:rect b="b" l="l" r="r" t="t"/>
                          <a:pathLst>
                            <a:path extrusionOk="0" fill="none" h="1" w="4854">
                              <a:moveTo>
                                <a:pt x="4853" y="1"/>
                              </a:moveTo>
                              <a:lnTo>
                                <a:pt x="1" y="1"/>
                              </a:lnTo>
                            </a:path>
                          </a:pathLst>
                        </a:custGeom>
                        <a:noFill/>
                        <a:ln cap="flat" cmpd="sng" w="9525">
                          <a:solidFill>
                            <a:schemeClr val="lt1"/>
                          </a:solidFill>
                          <a:prstDash val="solid"/>
                          <a:miter lim="4738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/>
                        </a:p>
                      </p:txBody>
                    </p:sp>
                    <p:sp>
                      <p:nvSpPr>
                        <p:cNvPr id="872" name="Google Shape;872;p33"/>
                        <p:cNvSpPr/>
                        <p:nvPr/>
                      </p:nvSpPr>
                      <p:spPr>
                        <a:xfrm>
                          <a:off x="2142227" y="3392109"/>
                          <a:ext cx="260866" cy="54"/>
                        </a:xfrm>
                        <a:custGeom>
                          <a:rect b="b" l="l" r="r" t="t"/>
                          <a:pathLst>
                            <a:path extrusionOk="0" fill="none" h="1" w="4854">
                              <a:moveTo>
                                <a:pt x="4853" y="0"/>
                              </a:moveTo>
                              <a:lnTo>
                                <a:pt x="1" y="0"/>
                              </a:lnTo>
                            </a:path>
                          </a:pathLst>
                        </a:custGeom>
                        <a:noFill/>
                        <a:ln cap="flat" cmpd="sng" w="9525">
                          <a:solidFill>
                            <a:schemeClr val="lt1"/>
                          </a:solidFill>
                          <a:prstDash val="solid"/>
                          <a:miter lim="4738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873" name="Google Shape;873;p33"/>
                      <p:cNvSpPr/>
                      <p:nvPr/>
                    </p:nvSpPr>
                    <p:spPr>
                      <a:xfrm>
                        <a:off x="1873031" y="3443003"/>
                        <a:ext cx="1168308" cy="191592"/>
                      </a:xfrm>
                      <a:custGeom>
                        <a:rect b="b" l="l" r="r" t="t"/>
                        <a:pathLst>
                          <a:path extrusionOk="0" h="3565" w="21739">
                            <a:moveTo>
                              <a:pt x="1" y="1"/>
                            </a:moveTo>
                            <a:lnTo>
                              <a:pt x="1" y="3565"/>
                            </a:lnTo>
                            <a:lnTo>
                              <a:pt x="21738" y="3565"/>
                            </a:lnTo>
                            <a:lnTo>
                              <a:pt x="21738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874" name="Google Shape;874;p33"/>
                      <p:cNvSpPr/>
                      <p:nvPr/>
                    </p:nvSpPr>
                    <p:spPr>
                      <a:xfrm>
                        <a:off x="1886789" y="3444024"/>
                        <a:ext cx="1093391" cy="54"/>
                      </a:xfrm>
                      <a:custGeom>
                        <a:rect b="b" l="l" r="r" t="t"/>
                        <a:pathLst>
                          <a:path extrusionOk="0" fill="none" h="1" w="20345">
                            <a:moveTo>
                              <a:pt x="20345" y="1"/>
                            </a:moveTo>
                            <a:lnTo>
                              <a:pt x="1" y="1"/>
                            </a:lnTo>
                          </a:path>
                        </a:pathLst>
                      </a:custGeom>
                      <a:noFill/>
                      <a:ln cap="rnd" cmpd="sng" w="9525">
                        <a:solidFill>
                          <a:schemeClr val="dk1"/>
                        </a:solidFill>
                        <a:prstDash val="solid"/>
                        <a:miter lim="4738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875" name="Google Shape;875;p33"/>
                      <p:cNvSpPr/>
                      <p:nvPr/>
                    </p:nvSpPr>
                    <p:spPr>
                      <a:xfrm>
                        <a:off x="1940532" y="3478957"/>
                        <a:ext cx="192613" cy="129412"/>
                      </a:xfrm>
                      <a:custGeom>
                        <a:rect b="b" l="l" r="r" t="t"/>
                        <a:pathLst>
                          <a:path extrusionOk="0" h="2408" w="3584">
                            <a:moveTo>
                              <a:pt x="1" y="0"/>
                            </a:moveTo>
                            <a:lnTo>
                              <a:pt x="1" y="2407"/>
                            </a:lnTo>
                            <a:lnTo>
                              <a:pt x="3583" y="2407"/>
                            </a:lnTo>
                            <a:lnTo>
                              <a:pt x="3583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876" name="Google Shape;876;p33"/>
                      <p:cNvSpPr/>
                      <p:nvPr/>
                    </p:nvSpPr>
                    <p:spPr>
                      <a:xfrm>
                        <a:off x="1952516" y="3488846"/>
                        <a:ext cx="60890" cy="109850"/>
                      </a:xfrm>
                      <a:custGeom>
                        <a:rect b="b" l="l" r="r" t="t"/>
                        <a:pathLst>
                          <a:path extrusionOk="0" h="2044" w="1133">
                            <a:moveTo>
                              <a:pt x="0" y="1"/>
                            </a:moveTo>
                            <a:lnTo>
                              <a:pt x="0" y="2043"/>
                            </a:lnTo>
                            <a:lnTo>
                              <a:pt x="1133" y="2043"/>
                            </a:lnTo>
                            <a:lnTo>
                              <a:pt x="1133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877" name="Google Shape;877;p33"/>
                      <p:cNvSpPr/>
                      <p:nvPr/>
                    </p:nvSpPr>
                    <p:spPr>
                      <a:xfrm>
                        <a:off x="2006474" y="3488846"/>
                        <a:ext cx="60944" cy="109850"/>
                      </a:xfrm>
                      <a:custGeom>
                        <a:rect b="b" l="l" r="r" t="t"/>
                        <a:pathLst>
                          <a:path extrusionOk="0" h="2044" w="1134">
                            <a:moveTo>
                              <a:pt x="1" y="1"/>
                            </a:moveTo>
                            <a:lnTo>
                              <a:pt x="1" y="2043"/>
                            </a:lnTo>
                            <a:lnTo>
                              <a:pt x="1134" y="2043"/>
                            </a:lnTo>
                            <a:lnTo>
                              <a:pt x="1134" y="1"/>
                            </a:ln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878" name="Google Shape;878;p33"/>
                      <p:cNvSpPr/>
                      <p:nvPr/>
                    </p:nvSpPr>
                    <p:spPr>
                      <a:xfrm>
                        <a:off x="2060485" y="3488846"/>
                        <a:ext cx="60675" cy="109850"/>
                      </a:xfrm>
                      <a:custGeom>
                        <a:rect b="b" l="l" r="r" t="t"/>
                        <a:pathLst>
                          <a:path extrusionOk="0" h="2044" w="1129">
                            <a:moveTo>
                              <a:pt x="1" y="1"/>
                            </a:moveTo>
                            <a:lnTo>
                              <a:pt x="1" y="2043"/>
                            </a:lnTo>
                            <a:lnTo>
                              <a:pt x="1128" y="2043"/>
                            </a:lnTo>
                            <a:lnTo>
                              <a:pt x="1128" y="1"/>
                            </a:lnTo>
                            <a:close/>
                          </a:path>
                        </a:pathLst>
                      </a:custGeom>
                      <a:solidFill>
                        <a:schemeClr val="lt2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879" name="Google Shape;879;p33"/>
                      <p:cNvSpPr/>
                      <p:nvPr/>
                    </p:nvSpPr>
                    <p:spPr>
                      <a:xfrm>
                        <a:off x="2920795" y="3478957"/>
                        <a:ext cx="54" cy="119738"/>
                      </a:xfrm>
                      <a:custGeom>
                        <a:rect b="b" l="l" r="r" t="t"/>
                        <a:pathLst>
                          <a:path extrusionOk="0" fill="none" h="2228" w="1">
                            <a:moveTo>
                              <a:pt x="1" y="0"/>
                            </a:moveTo>
                            <a:lnTo>
                              <a:pt x="1" y="2227"/>
                            </a:lnTo>
                          </a:path>
                        </a:pathLst>
                      </a:custGeom>
                      <a:noFill/>
                      <a:ln cap="flat" cmpd="sng" w="9525">
                        <a:solidFill>
                          <a:schemeClr val="lt1"/>
                        </a:solidFill>
                        <a:prstDash val="solid"/>
                        <a:miter lim="4738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880" name="Google Shape;880;p33"/>
                      <p:cNvSpPr/>
                      <p:nvPr/>
                    </p:nvSpPr>
                    <p:spPr>
                      <a:xfrm>
                        <a:off x="2872158" y="3478957"/>
                        <a:ext cx="54" cy="119738"/>
                      </a:xfrm>
                      <a:custGeom>
                        <a:rect b="b" l="l" r="r" t="t"/>
                        <a:pathLst>
                          <a:path extrusionOk="0" fill="none" h="2228" w="1">
                            <a:moveTo>
                              <a:pt x="1" y="0"/>
                            </a:moveTo>
                            <a:lnTo>
                              <a:pt x="1" y="2227"/>
                            </a:lnTo>
                          </a:path>
                        </a:pathLst>
                      </a:custGeom>
                      <a:noFill/>
                      <a:ln cap="flat" cmpd="sng" w="9525">
                        <a:solidFill>
                          <a:schemeClr val="lt1"/>
                        </a:solidFill>
                        <a:prstDash val="solid"/>
                        <a:miter lim="4738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</p:grpSp>
          </p:grpSp>
          <p:grpSp>
            <p:nvGrpSpPr>
              <p:cNvPr id="881" name="Google Shape;881;p33"/>
              <p:cNvGrpSpPr/>
              <p:nvPr/>
            </p:nvGrpSpPr>
            <p:grpSpPr>
              <a:xfrm>
                <a:off x="2450387" y="1710936"/>
                <a:ext cx="1285198" cy="2144218"/>
                <a:chOff x="2450387" y="1710936"/>
                <a:chExt cx="1285198" cy="2144218"/>
              </a:xfrm>
            </p:grpSpPr>
            <p:grpSp>
              <p:nvGrpSpPr>
                <p:cNvPr id="882" name="Google Shape;882;p33"/>
                <p:cNvGrpSpPr/>
                <p:nvPr/>
              </p:nvGrpSpPr>
              <p:grpSpPr>
                <a:xfrm>
                  <a:off x="3522120" y="1710936"/>
                  <a:ext cx="213465" cy="424888"/>
                  <a:chOff x="3522120" y="1710936"/>
                  <a:chExt cx="213465" cy="424888"/>
                </a:xfrm>
              </p:grpSpPr>
              <p:sp>
                <p:nvSpPr>
                  <p:cNvPr id="883" name="Google Shape;883;p33"/>
                  <p:cNvSpPr/>
                  <p:nvPr/>
                </p:nvSpPr>
                <p:spPr>
                  <a:xfrm>
                    <a:off x="3549851" y="1710936"/>
                    <a:ext cx="57881" cy="57881"/>
                  </a:xfrm>
                  <a:custGeom>
                    <a:rect b="b" l="l" r="r" t="t"/>
                    <a:pathLst>
                      <a:path extrusionOk="0" h="1077" w="1077">
                        <a:moveTo>
                          <a:pt x="536" y="1"/>
                        </a:moveTo>
                        <a:cubicBezTo>
                          <a:pt x="437" y="356"/>
                          <a:pt x="356" y="441"/>
                          <a:pt x="1" y="536"/>
                        </a:cubicBezTo>
                        <a:cubicBezTo>
                          <a:pt x="356" y="640"/>
                          <a:pt x="441" y="716"/>
                          <a:pt x="536" y="1076"/>
                        </a:cubicBezTo>
                        <a:cubicBezTo>
                          <a:pt x="636" y="716"/>
                          <a:pt x="716" y="636"/>
                          <a:pt x="1076" y="536"/>
                        </a:cubicBezTo>
                        <a:cubicBezTo>
                          <a:pt x="716" y="441"/>
                          <a:pt x="636" y="356"/>
                          <a:pt x="536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84" name="Google Shape;884;p33"/>
                  <p:cNvSpPr/>
                  <p:nvPr/>
                </p:nvSpPr>
                <p:spPr>
                  <a:xfrm>
                    <a:off x="3522120" y="2022428"/>
                    <a:ext cx="113343" cy="113397"/>
                  </a:xfrm>
                  <a:custGeom>
                    <a:rect b="b" l="l" r="r" t="t"/>
                    <a:pathLst>
                      <a:path extrusionOk="0" h="2110" w="2109">
                        <a:moveTo>
                          <a:pt x="1052" y="0"/>
                        </a:moveTo>
                        <a:cubicBezTo>
                          <a:pt x="858" y="702"/>
                          <a:pt x="702" y="858"/>
                          <a:pt x="0" y="1052"/>
                        </a:cubicBezTo>
                        <a:cubicBezTo>
                          <a:pt x="702" y="1247"/>
                          <a:pt x="858" y="1408"/>
                          <a:pt x="1052" y="2109"/>
                        </a:cubicBezTo>
                        <a:cubicBezTo>
                          <a:pt x="1247" y="1408"/>
                          <a:pt x="1408" y="1247"/>
                          <a:pt x="2109" y="1052"/>
                        </a:cubicBezTo>
                        <a:cubicBezTo>
                          <a:pt x="1408" y="863"/>
                          <a:pt x="1247" y="702"/>
                          <a:pt x="105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85" name="Google Shape;885;p33"/>
                  <p:cNvSpPr/>
                  <p:nvPr/>
                </p:nvSpPr>
                <p:spPr>
                  <a:xfrm>
                    <a:off x="3647125" y="1871143"/>
                    <a:ext cx="88460" cy="88406"/>
                  </a:xfrm>
                  <a:custGeom>
                    <a:rect b="b" l="l" r="r" t="t"/>
                    <a:pathLst>
                      <a:path extrusionOk="0" h="1645" w="1646">
                        <a:moveTo>
                          <a:pt x="826" y="0"/>
                        </a:moveTo>
                        <a:cubicBezTo>
                          <a:pt x="674" y="550"/>
                          <a:pt x="551" y="673"/>
                          <a:pt x="1" y="825"/>
                        </a:cubicBezTo>
                        <a:cubicBezTo>
                          <a:pt x="551" y="972"/>
                          <a:pt x="674" y="1095"/>
                          <a:pt x="826" y="1645"/>
                        </a:cubicBezTo>
                        <a:cubicBezTo>
                          <a:pt x="977" y="1095"/>
                          <a:pt x="1096" y="972"/>
                          <a:pt x="1645" y="825"/>
                        </a:cubicBezTo>
                        <a:cubicBezTo>
                          <a:pt x="1096" y="673"/>
                          <a:pt x="977" y="550"/>
                          <a:pt x="82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886" name="Google Shape;886;p33"/>
                <p:cNvSpPr/>
                <p:nvPr/>
              </p:nvSpPr>
              <p:spPr>
                <a:xfrm>
                  <a:off x="3348908" y="3527325"/>
                  <a:ext cx="384635" cy="220613"/>
                </a:xfrm>
                <a:custGeom>
                  <a:rect b="b" l="l" r="r" t="t"/>
                  <a:pathLst>
                    <a:path extrusionOk="0" h="4105" w="7157">
                      <a:moveTo>
                        <a:pt x="2645" y="0"/>
                      </a:moveTo>
                      <a:lnTo>
                        <a:pt x="1" y="1124"/>
                      </a:lnTo>
                      <a:lnTo>
                        <a:pt x="465" y="4104"/>
                      </a:lnTo>
                      <a:lnTo>
                        <a:pt x="7156" y="1787"/>
                      </a:lnTo>
                      <a:cubicBezTo>
                        <a:pt x="7156" y="1787"/>
                        <a:pt x="6751" y="936"/>
                        <a:pt x="5863" y="936"/>
                      </a:cubicBezTo>
                      <a:cubicBezTo>
                        <a:pt x="5835" y="936"/>
                        <a:pt x="5806" y="937"/>
                        <a:pt x="5777" y="939"/>
                      </a:cubicBezTo>
                      <a:cubicBezTo>
                        <a:pt x="5108" y="979"/>
                        <a:pt x="4586" y="1160"/>
                        <a:pt x="4145" y="1160"/>
                      </a:cubicBezTo>
                      <a:cubicBezTo>
                        <a:pt x="3965" y="1160"/>
                        <a:pt x="3798" y="1130"/>
                        <a:pt x="3640" y="1048"/>
                      </a:cubicBezTo>
                      <a:cubicBezTo>
                        <a:pt x="3090" y="768"/>
                        <a:pt x="2645" y="0"/>
                        <a:pt x="264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7" name="Google Shape;887;p33"/>
                <p:cNvSpPr/>
                <p:nvPr/>
              </p:nvSpPr>
              <p:spPr>
                <a:xfrm>
                  <a:off x="3369061" y="3663831"/>
                  <a:ext cx="96575" cy="51270"/>
                </a:xfrm>
                <a:custGeom>
                  <a:rect b="b" l="l" r="r" t="t"/>
                  <a:pathLst>
                    <a:path extrusionOk="0" fill="none" h="954" w="1797">
                      <a:moveTo>
                        <a:pt x="0" y="271"/>
                      </a:moveTo>
                      <a:cubicBezTo>
                        <a:pt x="33" y="256"/>
                        <a:pt x="66" y="247"/>
                        <a:pt x="100" y="233"/>
                      </a:cubicBezTo>
                      <a:cubicBezTo>
                        <a:pt x="773" y="1"/>
                        <a:pt x="1502" y="318"/>
                        <a:pt x="1796" y="953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8" name="Google Shape;888;p33"/>
                <p:cNvSpPr/>
                <p:nvPr/>
              </p:nvSpPr>
              <p:spPr>
                <a:xfrm>
                  <a:off x="2996679" y="3698710"/>
                  <a:ext cx="374209" cy="156444"/>
                </a:xfrm>
                <a:custGeom>
                  <a:rect b="b" l="l" r="r" t="t"/>
                  <a:pathLst>
                    <a:path extrusionOk="0" h="2911" w="6963">
                      <a:moveTo>
                        <a:pt x="3285" y="1"/>
                      </a:moveTo>
                      <a:lnTo>
                        <a:pt x="418" y="200"/>
                      </a:lnTo>
                      <a:lnTo>
                        <a:pt x="1" y="2910"/>
                      </a:lnTo>
                      <a:lnTo>
                        <a:pt x="6962" y="2910"/>
                      </a:lnTo>
                      <a:cubicBezTo>
                        <a:pt x="6962" y="2910"/>
                        <a:pt x="6853" y="2166"/>
                        <a:pt x="5939" y="1911"/>
                      </a:cubicBezTo>
                      <a:cubicBezTo>
                        <a:pt x="5029" y="1655"/>
                        <a:pt x="4308" y="1764"/>
                        <a:pt x="3882" y="1318"/>
                      </a:cubicBezTo>
                      <a:cubicBezTo>
                        <a:pt x="3455" y="873"/>
                        <a:pt x="3285" y="1"/>
                        <a:pt x="328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9" name="Google Shape;889;p33"/>
                <p:cNvSpPr/>
                <p:nvPr/>
              </p:nvSpPr>
              <p:spPr>
                <a:xfrm>
                  <a:off x="3014253" y="3788890"/>
                  <a:ext cx="73681" cy="61696"/>
                </a:xfrm>
                <a:custGeom>
                  <a:rect b="b" l="l" r="r" t="t"/>
                  <a:pathLst>
                    <a:path extrusionOk="0" fill="none" h="1148" w="1371">
                      <a:moveTo>
                        <a:pt x="1" y="0"/>
                      </a:moveTo>
                      <a:cubicBezTo>
                        <a:pt x="712" y="0"/>
                        <a:pt x="1299" y="451"/>
                        <a:pt x="1370" y="1147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0" name="Google Shape;890;p33"/>
                <p:cNvSpPr/>
                <p:nvPr/>
              </p:nvSpPr>
              <p:spPr>
                <a:xfrm>
                  <a:off x="2590494" y="2967651"/>
                  <a:ext cx="650499" cy="747934"/>
                </a:xfrm>
                <a:custGeom>
                  <a:rect b="b" l="l" r="r" t="t"/>
                  <a:pathLst>
                    <a:path extrusionOk="0" h="13917" w="12104">
                      <a:moveTo>
                        <a:pt x="4888" y="0"/>
                      </a:moveTo>
                      <a:cubicBezTo>
                        <a:pt x="2476" y="0"/>
                        <a:pt x="195" y="866"/>
                        <a:pt x="195" y="866"/>
                      </a:cubicBezTo>
                      <a:cubicBezTo>
                        <a:pt x="195" y="866"/>
                        <a:pt x="0" y="4434"/>
                        <a:pt x="2758" y="4841"/>
                      </a:cubicBezTo>
                      <a:cubicBezTo>
                        <a:pt x="4498" y="5095"/>
                        <a:pt x="5792" y="5142"/>
                        <a:pt x="6512" y="5142"/>
                      </a:cubicBezTo>
                      <a:cubicBezTo>
                        <a:pt x="6936" y="5142"/>
                        <a:pt x="7161" y="5126"/>
                        <a:pt x="7161" y="5126"/>
                      </a:cubicBezTo>
                      <a:lnTo>
                        <a:pt x="7725" y="13917"/>
                      </a:lnTo>
                      <a:lnTo>
                        <a:pt x="11151" y="13917"/>
                      </a:lnTo>
                      <a:cubicBezTo>
                        <a:pt x="11151" y="13917"/>
                        <a:pt x="12103" y="5244"/>
                        <a:pt x="12023" y="4140"/>
                      </a:cubicBezTo>
                      <a:cubicBezTo>
                        <a:pt x="11947" y="3036"/>
                        <a:pt x="10525" y="1614"/>
                        <a:pt x="7488" y="434"/>
                      </a:cubicBezTo>
                      <a:cubicBezTo>
                        <a:pt x="6674" y="117"/>
                        <a:pt x="5772" y="0"/>
                        <a:pt x="488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1" name="Google Shape;891;p33"/>
                <p:cNvSpPr/>
                <p:nvPr/>
              </p:nvSpPr>
              <p:spPr>
                <a:xfrm>
                  <a:off x="2686746" y="2956687"/>
                  <a:ext cx="825754" cy="655229"/>
                </a:xfrm>
                <a:custGeom>
                  <a:rect b="b" l="l" r="r" t="t"/>
                  <a:pathLst>
                    <a:path extrusionOk="0" h="12192" w="15365">
                      <a:moveTo>
                        <a:pt x="7923" y="0"/>
                      </a:moveTo>
                      <a:cubicBezTo>
                        <a:pt x="7742" y="0"/>
                        <a:pt x="7554" y="4"/>
                        <a:pt x="7360" y="13"/>
                      </a:cubicBezTo>
                      <a:cubicBezTo>
                        <a:pt x="4104" y="160"/>
                        <a:pt x="1" y="1392"/>
                        <a:pt x="1" y="1392"/>
                      </a:cubicBezTo>
                      <a:cubicBezTo>
                        <a:pt x="1" y="1392"/>
                        <a:pt x="1135" y="4539"/>
                        <a:pt x="3459" y="4539"/>
                      </a:cubicBezTo>
                      <a:cubicBezTo>
                        <a:pt x="3649" y="4539"/>
                        <a:pt x="3846" y="4518"/>
                        <a:pt x="4052" y="4472"/>
                      </a:cubicBezTo>
                      <a:cubicBezTo>
                        <a:pt x="5409" y="4172"/>
                        <a:pt x="6522" y="4097"/>
                        <a:pt x="7297" y="4097"/>
                      </a:cubicBezTo>
                      <a:cubicBezTo>
                        <a:pt x="8078" y="4097"/>
                        <a:pt x="8516" y="4174"/>
                        <a:pt x="8516" y="4174"/>
                      </a:cubicBezTo>
                      <a:lnTo>
                        <a:pt x="12165" y="12192"/>
                      </a:lnTo>
                      <a:lnTo>
                        <a:pt x="15364" y="10979"/>
                      </a:lnTo>
                      <a:cubicBezTo>
                        <a:pt x="15364" y="10979"/>
                        <a:pt x="13748" y="3733"/>
                        <a:pt x="13284" y="2728"/>
                      </a:cubicBezTo>
                      <a:cubicBezTo>
                        <a:pt x="12841" y="1770"/>
                        <a:pt x="11694" y="0"/>
                        <a:pt x="79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2" name="Google Shape;892;p33"/>
                <p:cNvSpPr/>
                <p:nvPr/>
              </p:nvSpPr>
              <p:spPr>
                <a:xfrm>
                  <a:off x="3126306" y="3048265"/>
                  <a:ext cx="127692" cy="305150"/>
                </a:xfrm>
                <a:custGeom>
                  <a:rect b="b" l="l" r="r" t="t"/>
                  <a:pathLst>
                    <a:path extrusionOk="0" fill="none" h="5678" w="2376">
                      <a:moveTo>
                        <a:pt x="1863" y="5678"/>
                      </a:moveTo>
                      <a:cubicBezTo>
                        <a:pt x="1863" y="5678"/>
                        <a:pt x="2375" y="3285"/>
                        <a:pt x="2058" y="2318"/>
                      </a:cubicBezTo>
                      <a:cubicBezTo>
                        <a:pt x="1745" y="1346"/>
                        <a:pt x="1" y="1"/>
                        <a:pt x="1" y="1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3" name="Google Shape;893;p33"/>
                <p:cNvSpPr/>
                <p:nvPr/>
              </p:nvSpPr>
              <p:spPr>
                <a:xfrm>
                  <a:off x="2680405" y="3019244"/>
                  <a:ext cx="64706" cy="59385"/>
                </a:xfrm>
                <a:custGeom>
                  <a:rect b="b" l="l" r="r" t="t"/>
                  <a:pathLst>
                    <a:path extrusionOk="0" fill="none" h="1105" w="1204">
                      <a:moveTo>
                        <a:pt x="1204" y="0"/>
                      </a:moveTo>
                      <a:cubicBezTo>
                        <a:pt x="1062" y="560"/>
                        <a:pt x="569" y="1010"/>
                        <a:pt x="0" y="1104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4" name="Google Shape;894;p33"/>
                <p:cNvSpPr/>
                <p:nvPr/>
              </p:nvSpPr>
              <p:spPr>
                <a:xfrm>
                  <a:off x="2662025" y="3017470"/>
                  <a:ext cx="72660" cy="108022"/>
                </a:xfrm>
                <a:custGeom>
                  <a:rect b="b" l="l" r="r" t="t"/>
                  <a:pathLst>
                    <a:path extrusionOk="0" fill="none" h="2010" w="1352">
                      <a:moveTo>
                        <a:pt x="72" y="0"/>
                      </a:moveTo>
                      <a:cubicBezTo>
                        <a:pt x="1" y="427"/>
                        <a:pt x="96" y="882"/>
                        <a:pt x="328" y="1251"/>
                      </a:cubicBezTo>
                      <a:cubicBezTo>
                        <a:pt x="560" y="1616"/>
                        <a:pt x="934" y="1891"/>
                        <a:pt x="1352" y="2009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5" name="Google Shape;895;p33"/>
                <p:cNvSpPr/>
                <p:nvPr/>
              </p:nvSpPr>
              <p:spPr>
                <a:xfrm>
                  <a:off x="2638109" y="2150657"/>
                  <a:ext cx="306923" cy="392052"/>
                </a:xfrm>
                <a:custGeom>
                  <a:rect b="b" l="l" r="r" t="t"/>
                  <a:pathLst>
                    <a:path extrusionOk="0" h="7295" w="5711">
                      <a:moveTo>
                        <a:pt x="4110" y="0"/>
                      </a:moveTo>
                      <a:cubicBezTo>
                        <a:pt x="3390" y="0"/>
                        <a:pt x="3053" y="2034"/>
                        <a:pt x="2853" y="2666"/>
                      </a:cubicBezTo>
                      <a:cubicBezTo>
                        <a:pt x="2716" y="3116"/>
                        <a:pt x="2261" y="3386"/>
                        <a:pt x="1877" y="3656"/>
                      </a:cubicBezTo>
                      <a:cubicBezTo>
                        <a:pt x="1484" y="3941"/>
                        <a:pt x="1071" y="4216"/>
                        <a:pt x="730" y="4566"/>
                      </a:cubicBezTo>
                      <a:cubicBezTo>
                        <a:pt x="389" y="4912"/>
                        <a:pt x="119" y="5353"/>
                        <a:pt x="57" y="5836"/>
                      </a:cubicBezTo>
                      <a:cubicBezTo>
                        <a:pt x="0" y="6320"/>
                        <a:pt x="195" y="6850"/>
                        <a:pt x="607" y="7111"/>
                      </a:cubicBezTo>
                      <a:cubicBezTo>
                        <a:pt x="823" y="7245"/>
                        <a:pt x="1066" y="7295"/>
                        <a:pt x="1318" y="7295"/>
                      </a:cubicBezTo>
                      <a:cubicBezTo>
                        <a:pt x="1652" y="7295"/>
                        <a:pt x="2003" y="7208"/>
                        <a:pt x="2327" y="7116"/>
                      </a:cubicBezTo>
                      <a:cubicBezTo>
                        <a:pt x="2905" y="6955"/>
                        <a:pt x="3484" y="6793"/>
                        <a:pt x="4062" y="6632"/>
                      </a:cubicBezTo>
                      <a:cubicBezTo>
                        <a:pt x="4488" y="6514"/>
                        <a:pt x="4943" y="6381"/>
                        <a:pt x="5232" y="6040"/>
                      </a:cubicBezTo>
                      <a:cubicBezTo>
                        <a:pt x="5531" y="5689"/>
                        <a:pt x="5583" y="5196"/>
                        <a:pt x="5559" y="4742"/>
                      </a:cubicBezTo>
                      <a:cubicBezTo>
                        <a:pt x="5531" y="4287"/>
                        <a:pt x="5436" y="3832"/>
                        <a:pt x="5488" y="3377"/>
                      </a:cubicBezTo>
                      <a:cubicBezTo>
                        <a:pt x="5535" y="2941"/>
                        <a:pt x="5711" y="2505"/>
                        <a:pt x="5592" y="2083"/>
                      </a:cubicBezTo>
                      <a:cubicBezTo>
                        <a:pt x="5474" y="1680"/>
                        <a:pt x="5118" y="1420"/>
                        <a:pt x="4796" y="1183"/>
                      </a:cubicBezTo>
                      <a:cubicBezTo>
                        <a:pt x="4526" y="988"/>
                        <a:pt x="4502" y="41"/>
                        <a:pt x="4152" y="3"/>
                      </a:cubicBezTo>
                      <a:cubicBezTo>
                        <a:pt x="4138" y="1"/>
                        <a:pt x="4124" y="0"/>
                        <a:pt x="4110" y="0"/>
                      </a:cubicBezTo>
                      <a:close/>
                    </a:path>
                  </a:pathLst>
                </a:custGeom>
                <a:solidFill>
                  <a:srgbClr val="43434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6" name="Google Shape;896;p33"/>
                <p:cNvSpPr/>
                <p:nvPr/>
              </p:nvSpPr>
              <p:spPr>
                <a:xfrm>
                  <a:off x="2923106" y="2198112"/>
                  <a:ext cx="344866" cy="354432"/>
                </a:xfrm>
                <a:custGeom>
                  <a:rect b="b" l="l" r="r" t="t"/>
                  <a:pathLst>
                    <a:path extrusionOk="0" h="6595" w="6417">
                      <a:moveTo>
                        <a:pt x="2744" y="1"/>
                      </a:moveTo>
                      <a:cubicBezTo>
                        <a:pt x="2627" y="1"/>
                        <a:pt x="2511" y="42"/>
                        <a:pt x="2408" y="101"/>
                      </a:cubicBezTo>
                      <a:cubicBezTo>
                        <a:pt x="2128" y="252"/>
                        <a:pt x="1924" y="508"/>
                        <a:pt x="1730" y="755"/>
                      </a:cubicBezTo>
                      <a:cubicBezTo>
                        <a:pt x="1540" y="996"/>
                        <a:pt x="1351" y="1238"/>
                        <a:pt x="1161" y="1480"/>
                      </a:cubicBezTo>
                      <a:cubicBezTo>
                        <a:pt x="1029" y="1645"/>
                        <a:pt x="849" y="1698"/>
                        <a:pt x="697" y="1835"/>
                      </a:cubicBezTo>
                      <a:cubicBezTo>
                        <a:pt x="360" y="2143"/>
                        <a:pt x="52" y="2641"/>
                        <a:pt x="52" y="3110"/>
                      </a:cubicBezTo>
                      <a:cubicBezTo>
                        <a:pt x="0" y="3816"/>
                        <a:pt x="379" y="4475"/>
                        <a:pt x="744" y="5081"/>
                      </a:cubicBezTo>
                      <a:cubicBezTo>
                        <a:pt x="977" y="5470"/>
                        <a:pt x="1228" y="5873"/>
                        <a:pt x="1626" y="6095"/>
                      </a:cubicBezTo>
                      <a:cubicBezTo>
                        <a:pt x="1901" y="6252"/>
                        <a:pt x="2223" y="6304"/>
                        <a:pt x="2540" y="6346"/>
                      </a:cubicBezTo>
                      <a:cubicBezTo>
                        <a:pt x="3166" y="6437"/>
                        <a:pt x="3791" y="6508"/>
                        <a:pt x="4422" y="6564"/>
                      </a:cubicBezTo>
                      <a:cubicBezTo>
                        <a:pt x="4582" y="6581"/>
                        <a:pt x="4748" y="6594"/>
                        <a:pt x="4912" y="6594"/>
                      </a:cubicBezTo>
                      <a:cubicBezTo>
                        <a:pt x="5227" y="6594"/>
                        <a:pt x="5536" y="6545"/>
                        <a:pt x="5791" y="6370"/>
                      </a:cubicBezTo>
                      <a:cubicBezTo>
                        <a:pt x="6308" y="6024"/>
                        <a:pt x="6417" y="5266"/>
                        <a:pt x="6189" y="4688"/>
                      </a:cubicBezTo>
                      <a:cubicBezTo>
                        <a:pt x="5962" y="4105"/>
                        <a:pt x="5478" y="3669"/>
                        <a:pt x="4986" y="3290"/>
                      </a:cubicBezTo>
                      <a:cubicBezTo>
                        <a:pt x="4389" y="2830"/>
                        <a:pt x="3701" y="2427"/>
                        <a:pt x="3398" y="1712"/>
                      </a:cubicBezTo>
                      <a:cubicBezTo>
                        <a:pt x="3242" y="1347"/>
                        <a:pt x="3180" y="949"/>
                        <a:pt x="3166" y="556"/>
                      </a:cubicBezTo>
                      <a:cubicBezTo>
                        <a:pt x="3166" y="418"/>
                        <a:pt x="3161" y="276"/>
                        <a:pt x="3090" y="162"/>
                      </a:cubicBezTo>
                      <a:cubicBezTo>
                        <a:pt x="3019" y="63"/>
                        <a:pt x="2891" y="6"/>
                        <a:pt x="2763" y="1"/>
                      </a:cubicBezTo>
                      <a:cubicBezTo>
                        <a:pt x="2757" y="1"/>
                        <a:pt x="2751" y="1"/>
                        <a:pt x="2744" y="1"/>
                      </a:cubicBezTo>
                      <a:close/>
                    </a:path>
                  </a:pathLst>
                </a:custGeom>
                <a:solidFill>
                  <a:srgbClr val="43434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7" name="Google Shape;897;p33"/>
                <p:cNvSpPr/>
                <p:nvPr/>
              </p:nvSpPr>
              <p:spPr>
                <a:xfrm>
                  <a:off x="2801003" y="2100247"/>
                  <a:ext cx="297626" cy="247645"/>
                </a:xfrm>
                <a:custGeom>
                  <a:rect b="b" l="l" r="r" t="t"/>
                  <a:pathLst>
                    <a:path extrusionOk="0" h="4608" w="5538">
                      <a:moveTo>
                        <a:pt x="3172" y="1"/>
                      </a:moveTo>
                      <a:cubicBezTo>
                        <a:pt x="1898" y="1"/>
                        <a:pt x="523" y="780"/>
                        <a:pt x="254" y="2149"/>
                      </a:cubicBezTo>
                      <a:cubicBezTo>
                        <a:pt x="0" y="3419"/>
                        <a:pt x="1192" y="4608"/>
                        <a:pt x="2446" y="4608"/>
                      </a:cubicBezTo>
                      <a:cubicBezTo>
                        <a:pt x="2506" y="4608"/>
                        <a:pt x="2567" y="4605"/>
                        <a:pt x="2628" y="4599"/>
                      </a:cubicBezTo>
                      <a:cubicBezTo>
                        <a:pt x="3282" y="4537"/>
                        <a:pt x="4064" y="4301"/>
                        <a:pt x="4628" y="3974"/>
                      </a:cubicBezTo>
                      <a:cubicBezTo>
                        <a:pt x="5296" y="3590"/>
                        <a:pt x="5537" y="2841"/>
                        <a:pt x="5499" y="2102"/>
                      </a:cubicBezTo>
                      <a:cubicBezTo>
                        <a:pt x="5481" y="1737"/>
                        <a:pt x="5395" y="1424"/>
                        <a:pt x="5263" y="1159"/>
                      </a:cubicBezTo>
                      <a:cubicBezTo>
                        <a:pt x="4871" y="367"/>
                        <a:pt x="4045" y="1"/>
                        <a:pt x="3172" y="1"/>
                      </a:cubicBezTo>
                      <a:close/>
                    </a:path>
                  </a:pathLst>
                </a:custGeom>
                <a:solidFill>
                  <a:srgbClr val="43434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8" name="Google Shape;898;p33"/>
                <p:cNvSpPr/>
                <p:nvPr/>
              </p:nvSpPr>
              <p:spPr>
                <a:xfrm>
                  <a:off x="2870385" y="2261958"/>
                  <a:ext cx="140644" cy="209542"/>
                </a:xfrm>
                <a:custGeom>
                  <a:rect b="b" l="l" r="r" t="t"/>
                  <a:pathLst>
                    <a:path extrusionOk="0" h="3899" w="2617">
                      <a:moveTo>
                        <a:pt x="510" y="1"/>
                      </a:moveTo>
                      <a:cubicBezTo>
                        <a:pt x="470" y="1"/>
                        <a:pt x="434" y="8"/>
                        <a:pt x="422" y="31"/>
                      </a:cubicBezTo>
                      <a:cubicBezTo>
                        <a:pt x="403" y="78"/>
                        <a:pt x="403" y="130"/>
                        <a:pt x="408" y="183"/>
                      </a:cubicBezTo>
                      <a:cubicBezTo>
                        <a:pt x="465" y="1292"/>
                        <a:pt x="323" y="2410"/>
                        <a:pt x="0" y="3471"/>
                      </a:cubicBezTo>
                      <a:cubicBezTo>
                        <a:pt x="38" y="3633"/>
                        <a:pt x="157" y="3855"/>
                        <a:pt x="318" y="3888"/>
                      </a:cubicBezTo>
                      <a:cubicBezTo>
                        <a:pt x="359" y="3896"/>
                        <a:pt x="401" y="3899"/>
                        <a:pt x="442" y="3899"/>
                      </a:cubicBezTo>
                      <a:cubicBezTo>
                        <a:pt x="563" y="3899"/>
                        <a:pt x="685" y="3872"/>
                        <a:pt x="801" y="3836"/>
                      </a:cubicBezTo>
                      <a:cubicBezTo>
                        <a:pt x="896" y="3810"/>
                        <a:pt x="994" y="3800"/>
                        <a:pt x="1094" y="3800"/>
                      </a:cubicBezTo>
                      <a:cubicBezTo>
                        <a:pt x="1351" y="3800"/>
                        <a:pt x="1618" y="3864"/>
                        <a:pt x="1861" y="3864"/>
                      </a:cubicBezTo>
                      <a:cubicBezTo>
                        <a:pt x="2044" y="3864"/>
                        <a:pt x="2213" y="3828"/>
                        <a:pt x="2356" y="3704"/>
                      </a:cubicBezTo>
                      <a:cubicBezTo>
                        <a:pt x="2498" y="3580"/>
                        <a:pt x="2597" y="3424"/>
                        <a:pt x="2616" y="3239"/>
                      </a:cubicBezTo>
                      <a:cubicBezTo>
                        <a:pt x="2322" y="2874"/>
                        <a:pt x="2062" y="1746"/>
                        <a:pt x="2152" y="1287"/>
                      </a:cubicBezTo>
                      <a:cubicBezTo>
                        <a:pt x="1834" y="1187"/>
                        <a:pt x="1498" y="1007"/>
                        <a:pt x="1261" y="780"/>
                      </a:cubicBezTo>
                      <a:cubicBezTo>
                        <a:pt x="1024" y="548"/>
                        <a:pt x="825" y="282"/>
                        <a:pt x="626" y="17"/>
                      </a:cubicBezTo>
                      <a:cubicBezTo>
                        <a:pt x="601" y="9"/>
                        <a:pt x="554" y="1"/>
                        <a:pt x="510" y="1"/>
                      </a:cubicBezTo>
                      <a:close/>
                    </a:path>
                  </a:pathLst>
                </a:custGeom>
                <a:solidFill>
                  <a:srgbClr val="B8A19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9" name="Google Shape;899;p33"/>
                <p:cNvSpPr/>
                <p:nvPr/>
              </p:nvSpPr>
              <p:spPr>
                <a:xfrm>
                  <a:off x="2894246" y="2143993"/>
                  <a:ext cx="200298" cy="219592"/>
                </a:xfrm>
                <a:custGeom>
                  <a:rect b="b" l="l" r="r" t="t"/>
                  <a:pathLst>
                    <a:path extrusionOk="0" h="4086" w="3727">
                      <a:moveTo>
                        <a:pt x="2300" y="1"/>
                      </a:moveTo>
                      <a:cubicBezTo>
                        <a:pt x="1376" y="1"/>
                        <a:pt x="353" y="1032"/>
                        <a:pt x="206" y="1581"/>
                      </a:cubicBezTo>
                      <a:cubicBezTo>
                        <a:pt x="0" y="2364"/>
                        <a:pt x="81" y="4085"/>
                        <a:pt x="1433" y="4085"/>
                      </a:cubicBezTo>
                      <a:cubicBezTo>
                        <a:pt x="1579" y="4085"/>
                        <a:pt x="1740" y="4065"/>
                        <a:pt x="1916" y="4022"/>
                      </a:cubicBezTo>
                      <a:cubicBezTo>
                        <a:pt x="3727" y="3581"/>
                        <a:pt x="3627" y="1363"/>
                        <a:pt x="3603" y="1288"/>
                      </a:cubicBezTo>
                      <a:cubicBezTo>
                        <a:pt x="3321" y="336"/>
                        <a:pt x="2826" y="1"/>
                        <a:pt x="2300" y="1"/>
                      </a:cubicBezTo>
                      <a:close/>
                    </a:path>
                  </a:pathLst>
                </a:custGeom>
                <a:solidFill>
                  <a:srgbClr val="B8A19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0" name="Google Shape;900;p33"/>
                <p:cNvSpPr/>
                <p:nvPr/>
              </p:nvSpPr>
              <p:spPr>
                <a:xfrm>
                  <a:off x="2839805" y="2184730"/>
                  <a:ext cx="110602" cy="89911"/>
                </a:xfrm>
                <a:custGeom>
                  <a:rect b="b" l="l" r="r" t="t"/>
                  <a:pathLst>
                    <a:path extrusionOk="0" h="1673" w="2058">
                      <a:moveTo>
                        <a:pt x="898" y="0"/>
                      </a:moveTo>
                      <a:cubicBezTo>
                        <a:pt x="500" y="0"/>
                        <a:pt x="148" y="289"/>
                        <a:pt x="76" y="691"/>
                      </a:cubicBezTo>
                      <a:cubicBezTo>
                        <a:pt x="1" y="1146"/>
                        <a:pt x="304" y="1577"/>
                        <a:pt x="759" y="1658"/>
                      </a:cubicBezTo>
                      <a:cubicBezTo>
                        <a:pt x="813" y="1667"/>
                        <a:pt x="872" y="1672"/>
                        <a:pt x="932" y="1672"/>
                      </a:cubicBezTo>
                      <a:cubicBezTo>
                        <a:pt x="1367" y="1672"/>
                        <a:pt x="1906" y="1422"/>
                        <a:pt x="1977" y="1023"/>
                      </a:cubicBezTo>
                      <a:cubicBezTo>
                        <a:pt x="2057" y="568"/>
                        <a:pt x="1498" y="94"/>
                        <a:pt x="1043" y="13"/>
                      </a:cubicBezTo>
                      <a:cubicBezTo>
                        <a:pt x="994" y="4"/>
                        <a:pt x="946" y="0"/>
                        <a:pt x="898" y="0"/>
                      </a:cubicBezTo>
                      <a:close/>
                    </a:path>
                  </a:pathLst>
                </a:custGeom>
                <a:solidFill>
                  <a:srgbClr val="B8A19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1" name="Google Shape;901;p33"/>
                <p:cNvSpPr/>
                <p:nvPr/>
              </p:nvSpPr>
              <p:spPr>
                <a:xfrm>
                  <a:off x="2925632" y="2134642"/>
                  <a:ext cx="166118" cy="105335"/>
                </a:xfrm>
                <a:custGeom>
                  <a:rect b="b" l="l" r="r" t="t"/>
                  <a:pathLst>
                    <a:path extrusionOk="0" h="1960" w="3091">
                      <a:moveTo>
                        <a:pt x="1565" y="1"/>
                      </a:moveTo>
                      <a:cubicBezTo>
                        <a:pt x="1459" y="1"/>
                        <a:pt x="1354" y="11"/>
                        <a:pt x="1252" y="31"/>
                      </a:cubicBezTo>
                      <a:cubicBezTo>
                        <a:pt x="740" y="135"/>
                        <a:pt x="323" y="651"/>
                        <a:pt x="1" y="1068"/>
                      </a:cubicBezTo>
                      <a:cubicBezTo>
                        <a:pt x="250" y="1122"/>
                        <a:pt x="503" y="1148"/>
                        <a:pt x="754" y="1148"/>
                      </a:cubicBezTo>
                      <a:cubicBezTo>
                        <a:pt x="1309" y="1148"/>
                        <a:pt x="1860" y="1021"/>
                        <a:pt x="2365" y="779"/>
                      </a:cubicBezTo>
                      <a:cubicBezTo>
                        <a:pt x="2735" y="1059"/>
                        <a:pt x="2972" y="1500"/>
                        <a:pt x="3005" y="1959"/>
                      </a:cubicBezTo>
                      <a:cubicBezTo>
                        <a:pt x="3090" y="1452"/>
                        <a:pt x="3034" y="869"/>
                        <a:pt x="2692" y="481"/>
                      </a:cubicBezTo>
                      <a:cubicBezTo>
                        <a:pt x="2419" y="162"/>
                        <a:pt x="1990" y="1"/>
                        <a:pt x="1565" y="1"/>
                      </a:cubicBezTo>
                      <a:close/>
                    </a:path>
                  </a:pathLst>
                </a:custGeom>
                <a:solidFill>
                  <a:srgbClr val="43434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2" name="Google Shape;902;p33"/>
                <p:cNvSpPr/>
                <p:nvPr/>
              </p:nvSpPr>
              <p:spPr>
                <a:xfrm>
                  <a:off x="2873663" y="2219770"/>
                  <a:ext cx="16391" cy="16606"/>
                </a:xfrm>
                <a:custGeom>
                  <a:rect b="b" l="l" r="r" t="t"/>
                  <a:pathLst>
                    <a:path extrusionOk="0" fill="none" h="309" w="305">
                      <a:moveTo>
                        <a:pt x="304" y="1"/>
                      </a:moveTo>
                      <a:cubicBezTo>
                        <a:pt x="181" y="81"/>
                        <a:pt x="82" y="186"/>
                        <a:pt x="1" y="309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3" name="Google Shape;903;p33"/>
                <p:cNvSpPr/>
                <p:nvPr/>
              </p:nvSpPr>
              <p:spPr>
                <a:xfrm>
                  <a:off x="2873179" y="2215955"/>
                  <a:ext cx="16123" cy="23754"/>
                </a:xfrm>
                <a:custGeom>
                  <a:rect b="b" l="l" r="r" t="t"/>
                  <a:pathLst>
                    <a:path extrusionOk="0" fill="none" h="442" w="300">
                      <a:moveTo>
                        <a:pt x="0" y="1"/>
                      </a:moveTo>
                      <a:cubicBezTo>
                        <a:pt x="124" y="129"/>
                        <a:pt x="223" y="280"/>
                        <a:pt x="299" y="442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4" name="Google Shape;904;p33"/>
                <p:cNvSpPr/>
                <p:nvPr/>
              </p:nvSpPr>
              <p:spPr>
                <a:xfrm>
                  <a:off x="2981148" y="2281682"/>
                  <a:ext cx="14349" cy="17359"/>
                </a:xfrm>
                <a:custGeom>
                  <a:rect b="b" l="l" r="r" t="t"/>
                  <a:pathLst>
                    <a:path extrusionOk="0" fill="none" h="323" w="267">
                      <a:moveTo>
                        <a:pt x="1" y="0"/>
                      </a:moveTo>
                      <a:cubicBezTo>
                        <a:pt x="20" y="143"/>
                        <a:pt x="129" y="271"/>
                        <a:pt x="266" y="323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5" name="Google Shape;905;p33"/>
                <p:cNvSpPr/>
                <p:nvPr/>
              </p:nvSpPr>
              <p:spPr>
                <a:xfrm>
                  <a:off x="2927190" y="2223855"/>
                  <a:ext cx="49712" cy="49981"/>
                </a:xfrm>
                <a:custGeom>
                  <a:rect b="b" l="l" r="r" t="t"/>
                  <a:pathLst>
                    <a:path extrusionOk="0" h="930" w="925">
                      <a:moveTo>
                        <a:pt x="460" y="1"/>
                      </a:moveTo>
                      <a:cubicBezTo>
                        <a:pt x="204" y="1"/>
                        <a:pt x="0" y="209"/>
                        <a:pt x="0" y="465"/>
                      </a:cubicBezTo>
                      <a:cubicBezTo>
                        <a:pt x="0" y="721"/>
                        <a:pt x="204" y="930"/>
                        <a:pt x="460" y="930"/>
                      </a:cubicBezTo>
                      <a:cubicBezTo>
                        <a:pt x="716" y="930"/>
                        <a:pt x="924" y="721"/>
                        <a:pt x="924" y="465"/>
                      </a:cubicBezTo>
                      <a:cubicBezTo>
                        <a:pt x="924" y="209"/>
                        <a:pt x="716" y="1"/>
                        <a:pt x="460" y="1"/>
                      </a:cubicBezTo>
                      <a:close/>
                    </a:path>
                  </a:pathLst>
                </a:custGeom>
                <a:solidFill>
                  <a:srgbClr val="222221">
                    <a:alpha val="1518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6" name="Google Shape;906;p33"/>
                <p:cNvSpPr/>
                <p:nvPr/>
              </p:nvSpPr>
              <p:spPr>
                <a:xfrm>
                  <a:off x="2918753" y="2322687"/>
                  <a:ext cx="64222" cy="41812"/>
                </a:xfrm>
                <a:custGeom>
                  <a:rect b="b" l="l" r="r" t="t"/>
                  <a:pathLst>
                    <a:path extrusionOk="0" fill="none" h="778" w="1195">
                      <a:moveTo>
                        <a:pt x="1195" y="749"/>
                      </a:moveTo>
                      <a:cubicBezTo>
                        <a:pt x="546" y="778"/>
                        <a:pt x="190" y="427"/>
                        <a:pt x="1" y="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7" name="Google Shape;907;p33"/>
                <p:cNvSpPr/>
                <p:nvPr/>
              </p:nvSpPr>
              <p:spPr>
                <a:xfrm>
                  <a:off x="3013501" y="2254434"/>
                  <a:ext cx="21175" cy="36491"/>
                </a:xfrm>
                <a:custGeom>
                  <a:rect b="b" l="l" r="r" t="t"/>
                  <a:pathLst>
                    <a:path extrusionOk="0" fill="none" h="679" w="394">
                      <a:moveTo>
                        <a:pt x="394" y="0"/>
                      </a:moveTo>
                      <a:cubicBezTo>
                        <a:pt x="351" y="166"/>
                        <a:pt x="313" y="327"/>
                        <a:pt x="271" y="493"/>
                      </a:cubicBezTo>
                      <a:cubicBezTo>
                        <a:pt x="257" y="550"/>
                        <a:pt x="242" y="607"/>
                        <a:pt x="195" y="640"/>
                      </a:cubicBezTo>
                      <a:cubicBezTo>
                        <a:pt x="138" y="678"/>
                        <a:pt x="67" y="659"/>
                        <a:pt x="1" y="635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8" name="Google Shape;908;p33"/>
                <p:cNvSpPr/>
                <p:nvPr/>
              </p:nvSpPr>
              <p:spPr>
                <a:xfrm>
                  <a:off x="3056549" y="2265129"/>
                  <a:ext cx="6664" cy="6664"/>
                </a:xfrm>
                <a:custGeom>
                  <a:rect b="b" l="l" r="r" t="t"/>
                  <a:pathLst>
                    <a:path extrusionOk="0" h="124" w="124">
                      <a:moveTo>
                        <a:pt x="62" y="0"/>
                      </a:moveTo>
                      <a:cubicBezTo>
                        <a:pt x="29" y="0"/>
                        <a:pt x="0" y="29"/>
                        <a:pt x="0" y="62"/>
                      </a:cubicBezTo>
                      <a:cubicBezTo>
                        <a:pt x="0" y="95"/>
                        <a:pt x="29" y="124"/>
                        <a:pt x="62" y="124"/>
                      </a:cubicBezTo>
                      <a:cubicBezTo>
                        <a:pt x="95" y="124"/>
                        <a:pt x="124" y="95"/>
                        <a:pt x="124" y="62"/>
                      </a:cubicBezTo>
                      <a:cubicBezTo>
                        <a:pt x="124" y="29"/>
                        <a:pt x="95" y="0"/>
                        <a:pt x="6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9" name="Google Shape;909;p33"/>
                <p:cNvSpPr/>
                <p:nvPr/>
              </p:nvSpPr>
              <p:spPr>
                <a:xfrm>
                  <a:off x="3006622" y="2247555"/>
                  <a:ext cx="6449" cy="6664"/>
                </a:xfrm>
                <a:custGeom>
                  <a:rect b="b" l="l" r="r" t="t"/>
                  <a:pathLst>
                    <a:path extrusionOk="0" h="124" w="120">
                      <a:moveTo>
                        <a:pt x="58" y="0"/>
                      </a:moveTo>
                      <a:cubicBezTo>
                        <a:pt x="24" y="0"/>
                        <a:pt x="1" y="29"/>
                        <a:pt x="1" y="62"/>
                      </a:cubicBezTo>
                      <a:cubicBezTo>
                        <a:pt x="1" y="95"/>
                        <a:pt x="24" y="124"/>
                        <a:pt x="58" y="124"/>
                      </a:cubicBezTo>
                      <a:cubicBezTo>
                        <a:pt x="95" y="124"/>
                        <a:pt x="119" y="95"/>
                        <a:pt x="119" y="62"/>
                      </a:cubicBezTo>
                      <a:cubicBezTo>
                        <a:pt x="119" y="29"/>
                        <a:pt x="95" y="0"/>
                        <a:pt x="5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0" name="Google Shape;910;p33"/>
                <p:cNvSpPr/>
                <p:nvPr/>
              </p:nvSpPr>
              <p:spPr>
                <a:xfrm>
                  <a:off x="2995443" y="2223855"/>
                  <a:ext cx="28537" cy="5428"/>
                </a:xfrm>
                <a:custGeom>
                  <a:rect b="b" l="l" r="r" t="t"/>
                  <a:pathLst>
                    <a:path extrusionOk="0" fill="none" h="101" w="531">
                      <a:moveTo>
                        <a:pt x="531" y="100"/>
                      </a:moveTo>
                      <a:cubicBezTo>
                        <a:pt x="360" y="34"/>
                        <a:pt x="180" y="1"/>
                        <a:pt x="0" y="1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1" name="Google Shape;911;p33"/>
                <p:cNvSpPr/>
                <p:nvPr/>
              </p:nvSpPr>
              <p:spPr>
                <a:xfrm>
                  <a:off x="3061869" y="2241697"/>
                  <a:ext cx="16875" cy="12791"/>
                </a:xfrm>
                <a:custGeom>
                  <a:rect b="b" l="l" r="r" t="t"/>
                  <a:pathLst>
                    <a:path extrusionOk="0" fill="none" h="238" w="314">
                      <a:moveTo>
                        <a:pt x="1" y="0"/>
                      </a:moveTo>
                      <a:cubicBezTo>
                        <a:pt x="119" y="57"/>
                        <a:pt x="224" y="138"/>
                        <a:pt x="314" y="237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2" name="Google Shape;912;p33"/>
                <p:cNvSpPr/>
                <p:nvPr/>
              </p:nvSpPr>
              <p:spPr>
                <a:xfrm>
                  <a:off x="3090944" y="2201175"/>
                  <a:ext cx="181112" cy="347983"/>
                </a:xfrm>
                <a:custGeom>
                  <a:rect b="b" l="l" r="r" t="t"/>
                  <a:pathLst>
                    <a:path extrusionOk="0" fill="none" h="6475" w="3370">
                      <a:moveTo>
                        <a:pt x="0" y="1"/>
                      </a:moveTo>
                      <a:cubicBezTo>
                        <a:pt x="52" y="873"/>
                        <a:pt x="147" y="1716"/>
                        <a:pt x="578" y="2148"/>
                      </a:cubicBezTo>
                      <a:cubicBezTo>
                        <a:pt x="1005" y="2579"/>
                        <a:pt x="1564" y="2854"/>
                        <a:pt x="2071" y="3185"/>
                      </a:cubicBezTo>
                      <a:cubicBezTo>
                        <a:pt x="2583" y="3517"/>
                        <a:pt x="3076" y="3944"/>
                        <a:pt x="3251" y="4527"/>
                      </a:cubicBezTo>
                      <a:cubicBezTo>
                        <a:pt x="3370" y="4910"/>
                        <a:pt x="3332" y="5342"/>
                        <a:pt x="3152" y="5697"/>
                      </a:cubicBezTo>
                      <a:cubicBezTo>
                        <a:pt x="2972" y="6057"/>
                        <a:pt x="2649" y="6342"/>
                        <a:pt x="2270" y="6474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43434D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3" name="Google Shape;913;p33"/>
                <p:cNvSpPr/>
                <p:nvPr/>
              </p:nvSpPr>
              <p:spPr>
                <a:xfrm>
                  <a:off x="2621825" y="2174949"/>
                  <a:ext cx="214218" cy="350777"/>
                </a:xfrm>
                <a:custGeom>
                  <a:rect b="b" l="l" r="r" t="t"/>
                  <a:pathLst>
                    <a:path extrusionOk="0" fill="none" h="6527" w="3986">
                      <a:moveTo>
                        <a:pt x="3986" y="1"/>
                      </a:moveTo>
                      <a:cubicBezTo>
                        <a:pt x="3915" y="261"/>
                        <a:pt x="3739" y="517"/>
                        <a:pt x="3673" y="778"/>
                      </a:cubicBezTo>
                      <a:cubicBezTo>
                        <a:pt x="3583" y="1105"/>
                        <a:pt x="3497" y="1437"/>
                        <a:pt x="3317" y="1726"/>
                      </a:cubicBezTo>
                      <a:cubicBezTo>
                        <a:pt x="2976" y="2294"/>
                        <a:pt x="2351" y="2617"/>
                        <a:pt x="1763" y="2920"/>
                      </a:cubicBezTo>
                      <a:cubicBezTo>
                        <a:pt x="1175" y="3223"/>
                        <a:pt x="559" y="3569"/>
                        <a:pt x="251" y="4157"/>
                      </a:cubicBezTo>
                      <a:cubicBezTo>
                        <a:pt x="24" y="4588"/>
                        <a:pt x="0" y="5124"/>
                        <a:pt x="190" y="5574"/>
                      </a:cubicBezTo>
                      <a:cubicBezTo>
                        <a:pt x="375" y="6024"/>
                        <a:pt x="773" y="6384"/>
                        <a:pt x="1242" y="6526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43434D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4" name="Google Shape;914;p33"/>
                <p:cNvSpPr/>
                <p:nvPr/>
              </p:nvSpPr>
              <p:spPr>
                <a:xfrm>
                  <a:off x="2450387" y="2399754"/>
                  <a:ext cx="905722" cy="614438"/>
                </a:xfrm>
                <a:custGeom>
                  <a:rect b="b" l="l" r="r" t="t"/>
                  <a:pathLst>
                    <a:path extrusionOk="0" h="11433" w="16853">
                      <a:moveTo>
                        <a:pt x="2684" y="7834"/>
                      </a:moveTo>
                      <a:cubicBezTo>
                        <a:pt x="2685" y="7834"/>
                        <a:pt x="2688" y="7834"/>
                        <a:pt x="2693" y="7836"/>
                      </a:cubicBezTo>
                      <a:cubicBezTo>
                        <a:pt x="2697" y="7836"/>
                        <a:pt x="2707" y="7840"/>
                        <a:pt x="2716" y="7845"/>
                      </a:cubicBezTo>
                      <a:cubicBezTo>
                        <a:pt x="2695" y="7838"/>
                        <a:pt x="2682" y="7834"/>
                        <a:pt x="2684" y="7834"/>
                      </a:cubicBezTo>
                      <a:close/>
                      <a:moveTo>
                        <a:pt x="10230" y="1"/>
                      </a:moveTo>
                      <a:cubicBezTo>
                        <a:pt x="10164" y="1"/>
                        <a:pt x="10128" y="2"/>
                        <a:pt x="10128" y="2"/>
                      </a:cubicBezTo>
                      <a:cubicBezTo>
                        <a:pt x="9809" y="413"/>
                        <a:pt x="9458" y="547"/>
                        <a:pt x="9136" y="547"/>
                      </a:cubicBezTo>
                      <a:cubicBezTo>
                        <a:pt x="8532" y="547"/>
                        <a:pt x="8029" y="78"/>
                        <a:pt x="8029" y="78"/>
                      </a:cubicBezTo>
                      <a:cubicBezTo>
                        <a:pt x="8029" y="78"/>
                        <a:pt x="5498" y="320"/>
                        <a:pt x="4242" y="1348"/>
                      </a:cubicBezTo>
                      <a:cubicBezTo>
                        <a:pt x="4242" y="1348"/>
                        <a:pt x="3195" y="2196"/>
                        <a:pt x="2749" y="2703"/>
                      </a:cubicBezTo>
                      <a:cubicBezTo>
                        <a:pt x="1333" y="4343"/>
                        <a:pt x="1" y="6698"/>
                        <a:pt x="176" y="8997"/>
                      </a:cubicBezTo>
                      <a:cubicBezTo>
                        <a:pt x="219" y="9821"/>
                        <a:pt x="868" y="10537"/>
                        <a:pt x="1617" y="10774"/>
                      </a:cubicBezTo>
                      <a:cubicBezTo>
                        <a:pt x="2072" y="10930"/>
                        <a:pt x="2418" y="10963"/>
                        <a:pt x="2806" y="10978"/>
                      </a:cubicBezTo>
                      <a:cubicBezTo>
                        <a:pt x="2802" y="11267"/>
                        <a:pt x="2802" y="11433"/>
                        <a:pt x="2802" y="11433"/>
                      </a:cubicBezTo>
                      <a:lnTo>
                        <a:pt x="15165" y="11101"/>
                      </a:lnTo>
                      <a:cubicBezTo>
                        <a:pt x="15165" y="11101"/>
                        <a:pt x="15213" y="10679"/>
                        <a:pt x="15232" y="9982"/>
                      </a:cubicBezTo>
                      <a:lnTo>
                        <a:pt x="16824" y="9921"/>
                      </a:lnTo>
                      <a:cubicBezTo>
                        <a:pt x="16833" y="9708"/>
                        <a:pt x="16838" y="9494"/>
                        <a:pt x="16838" y="9286"/>
                      </a:cubicBezTo>
                      <a:cubicBezTo>
                        <a:pt x="16852" y="8921"/>
                        <a:pt x="16791" y="8371"/>
                        <a:pt x="16758" y="8011"/>
                      </a:cubicBezTo>
                      <a:cubicBezTo>
                        <a:pt x="16715" y="7708"/>
                        <a:pt x="16649" y="7371"/>
                        <a:pt x="16597" y="7068"/>
                      </a:cubicBezTo>
                      <a:cubicBezTo>
                        <a:pt x="16260" y="5528"/>
                        <a:pt x="15639" y="4040"/>
                        <a:pt x="14800" y="2708"/>
                      </a:cubicBezTo>
                      <a:cubicBezTo>
                        <a:pt x="14331" y="1983"/>
                        <a:pt x="13834" y="1277"/>
                        <a:pt x="13109" y="803"/>
                      </a:cubicBezTo>
                      <a:cubicBezTo>
                        <a:pt x="12139" y="53"/>
                        <a:pt x="10633" y="1"/>
                        <a:pt x="10230" y="1"/>
                      </a:cubicBezTo>
                      <a:close/>
                    </a:path>
                  </a:pathLst>
                </a:custGeom>
                <a:solidFill>
                  <a:srgbClr val="78CD7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5" name="Google Shape;915;p33"/>
                <p:cNvSpPr/>
                <p:nvPr/>
              </p:nvSpPr>
              <p:spPr>
                <a:xfrm>
                  <a:off x="2910638" y="2838991"/>
                  <a:ext cx="127101" cy="118610"/>
                </a:xfrm>
                <a:custGeom>
                  <a:rect b="b" l="l" r="r" t="t"/>
                  <a:pathLst>
                    <a:path extrusionOk="0" h="2207" w="2365">
                      <a:moveTo>
                        <a:pt x="851" y="1"/>
                      </a:moveTo>
                      <a:cubicBezTo>
                        <a:pt x="703" y="1"/>
                        <a:pt x="559" y="18"/>
                        <a:pt x="412" y="28"/>
                      </a:cubicBezTo>
                      <a:cubicBezTo>
                        <a:pt x="265" y="32"/>
                        <a:pt x="128" y="37"/>
                        <a:pt x="0" y="42"/>
                      </a:cubicBezTo>
                      <a:lnTo>
                        <a:pt x="0" y="1596"/>
                      </a:lnTo>
                      <a:cubicBezTo>
                        <a:pt x="5" y="1596"/>
                        <a:pt x="14" y="1596"/>
                        <a:pt x="19" y="1591"/>
                      </a:cubicBezTo>
                      <a:cubicBezTo>
                        <a:pt x="365" y="1805"/>
                        <a:pt x="796" y="1957"/>
                        <a:pt x="1210" y="1957"/>
                      </a:cubicBezTo>
                      <a:cubicBezTo>
                        <a:pt x="1341" y="1957"/>
                        <a:pt x="1471" y="1942"/>
                        <a:pt x="1596" y="1909"/>
                      </a:cubicBezTo>
                      <a:lnTo>
                        <a:pt x="1596" y="1909"/>
                      </a:lnTo>
                      <a:cubicBezTo>
                        <a:pt x="1510" y="1940"/>
                        <a:pt x="1492" y="2083"/>
                        <a:pt x="1564" y="2151"/>
                      </a:cubicBezTo>
                      <a:cubicBezTo>
                        <a:pt x="1606" y="2190"/>
                        <a:pt x="1663" y="2206"/>
                        <a:pt x="1721" y="2206"/>
                      </a:cubicBezTo>
                      <a:cubicBezTo>
                        <a:pt x="1768" y="2206"/>
                        <a:pt x="1816" y="2196"/>
                        <a:pt x="1858" y="2179"/>
                      </a:cubicBezTo>
                      <a:cubicBezTo>
                        <a:pt x="2057" y="2099"/>
                        <a:pt x="2189" y="1890"/>
                        <a:pt x="2185" y="1681"/>
                      </a:cubicBezTo>
                      <a:cubicBezTo>
                        <a:pt x="2336" y="1606"/>
                        <a:pt x="2341" y="1260"/>
                        <a:pt x="2322" y="1089"/>
                      </a:cubicBezTo>
                      <a:cubicBezTo>
                        <a:pt x="2308" y="923"/>
                        <a:pt x="2365" y="890"/>
                        <a:pt x="2265" y="753"/>
                      </a:cubicBezTo>
                      <a:cubicBezTo>
                        <a:pt x="2166" y="620"/>
                        <a:pt x="2118" y="573"/>
                        <a:pt x="1943" y="511"/>
                      </a:cubicBezTo>
                      <a:cubicBezTo>
                        <a:pt x="1844" y="402"/>
                        <a:pt x="1479" y="137"/>
                        <a:pt x="1336" y="84"/>
                      </a:cubicBezTo>
                      <a:cubicBezTo>
                        <a:pt x="1163" y="19"/>
                        <a:pt x="1004" y="1"/>
                        <a:pt x="851" y="1"/>
                      </a:cubicBezTo>
                      <a:close/>
                    </a:path>
                  </a:pathLst>
                </a:custGeom>
                <a:solidFill>
                  <a:srgbClr val="B8A19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6" name="Google Shape;916;p33"/>
                <p:cNvSpPr/>
                <p:nvPr/>
              </p:nvSpPr>
              <p:spPr>
                <a:xfrm>
                  <a:off x="3008664" y="2913263"/>
                  <a:ext cx="16875" cy="14081"/>
                </a:xfrm>
                <a:custGeom>
                  <a:rect b="b" l="l" r="r" t="t"/>
                  <a:pathLst>
                    <a:path extrusionOk="0" fill="none" h="262" w="314">
                      <a:moveTo>
                        <a:pt x="313" y="262"/>
                      </a:moveTo>
                      <a:cubicBezTo>
                        <a:pt x="233" y="153"/>
                        <a:pt x="124" y="63"/>
                        <a:pt x="1" y="1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7" name="Google Shape;917;p33"/>
                <p:cNvSpPr/>
                <p:nvPr/>
              </p:nvSpPr>
              <p:spPr>
                <a:xfrm>
                  <a:off x="2997486" y="2935459"/>
                  <a:ext cx="7900" cy="6664"/>
                </a:xfrm>
                <a:custGeom>
                  <a:rect b="b" l="l" r="r" t="t"/>
                  <a:pathLst>
                    <a:path extrusionOk="0" fill="none" h="124" w="147">
                      <a:moveTo>
                        <a:pt x="147" y="0"/>
                      </a:moveTo>
                      <a:cubicBezTo>
                        <a:pt x="90" y="33"/>
                        <a:pt x="43" y="71"/>
                        <a:pt x="0" y="123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8" name="Google Shape;918;p33"/>
                <p:cNvSpPr/>
                <p:nvPr/>
              </p:nvSpPr>
              <p:spPr>
                <a:xfrm>
                  <a:off x="3011459" y="2887037"/>
                  <a:ext cx="24023" cy="10534"/>
                </a:xfrm>
                <a:custGeom>
                  <a:rect b="b" l="l" r="r" t="t"/>
                  <a:pathLst>
                    <a:path extrusionOk="0" fill="none" h="196" w="447">
                      <a:moveTo>
                        <a:pt x="446" y="195"/>
                      </a:moveTo>
                      <a:cubicBezTo>
                        <a:pt x="313" y="100"/>
                        <a:pt x="162" y="34"/>
                        <a:pt x="1" y="1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33"/>
                <p:cNvSpPr/>
                <p:nvPr/>
              </p:nvSpPr>
              <p:spPr>
                <a:xfrm>
                  <a:off x="2999259" y="2864412"/>
                  <a:ext cx="15854" cy="2042"/>
                </a:xfrm>
                <a:custGeom>
                  <a:rect b="b" l="l" r="r" t="t"/>
                  <a:pathLst>
                    <a:path extrusionOk="0" fill="none" h="38" w="295">
                      <a:moveTo>
                        <a:pt x="294" y="38"/>
                      </a:moveTo>
                      <a:cubicBezTo>
                        <a:pt x="199" y="10"/>
                        <a:pt x="100" y="0"/>
                        <a:pt x="0" y="5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0" name="Google Shape;920;p33"/>
                <p:cNvSpPr/>
                <p:nvPr/>
              </p:nvSpPr>
              <p:spPr>
                <a:xfrm>
                  <a:off x="2601188" y="2783905"/>
                  <a:ext cx="310524" cy="205834"/>
                </a:xfrm>
                <a:custGeom>
                  <a:rect b="b" l="l" r="r" t="t"/>
                  <a:pathLst>
                    <a:path extrusionOk="0" fill="none" h="3830" w="5778">
                      <a:moveTo>
                        <a:pt x="370" y="1"/>
                      </a:moveTo>
                      <a:lnTo>
                        <a:pt x="5711" y="470"/>
                      </a:lnTo>
                      <a:lnTo>
                        <a:pt x="5777" y="3071"/>
                      </a:lnTo>
                      <a:lnTo>
                        <a:pt x="0" y="383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1" name="Google Shape;921;p33"/>
                <p:cNvSpPr/>
                <p:nvPr/>
              </p:nvSpPr>
              <p:spPr>
                <a:xfrm>
                  <a:off x="2663852" y="2645088"/>
                  <a:ext cx="65243" cy="138871"/>
                </a:xfrm>
                <a:custGeom>
                  <a:rect b="b" l="l" r="r" t="t"/>
                  <a:pathLst>
                    <a:path extrusionOk="0" fill="none" h="2584" w="1214">
                      <a:moveTo>
                        <a:pt x="1213" y="1"/>
                      </a:moveTo>
                      <a:lnTo>
                        <a:pt x="0" y="2584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2" name="Google Shape;922;p33"/>
                <p:cNvSpPr/>
                <p:nvPr/>
              </p:nvSpPr>
              <p:spPr>
                <a:xfrm>
                  <a:off x="3126306" y="2645088"/>
                  <a:ext cx="25044" cy="87708"/>
                </a:xfrm>
                <a:custGeom>
                  <a:rect b="b" l="l" r="r" t="t"/>
                  <a:pathLst>
                    <a:path extrusionOk="0" fill="none" h="1632" w="466">
                      <a:moveTo>
                        <a:pt x="1" y="1"/>
                      </a:moveTo>
                      <a:lnTo>
                        <a:pt x="465" y="1631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miter lim="4738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23" name="Google Shape;923;p33"/>
                <p:cNvGrpSpPr/>
                <p:nvPr/>
              </p:nvGrpSpPr>
              <p:grpSpPr>
                <a:xfrm>
                  <a:off x="2512782" y="2442640"/>
                  <a:ext cx="746806" cy="504803"/>
                  <a:chOff x="2512782" y="2442640"/>
                  <a:chExt cx="746806" cy="504803"/>
                </a:xfrm>
              </p:grpSpPr>
              <p:sp>
                <p:nvSpPr>
                  <p:cNvPr id="924" name="Google Shape;924;p33"/>
                  <p:cNvSpPr/>
                  <p:nvPr/>
                </p:nvSpPr>
                <p:spPr>
                  <a:xfrm>
                    <a:off x="3107228" y="2453066"/>
                    <a:ext cx="10265" cy="15854"/>
                  </a:xfrm>
                  <a:custGeom>
                    <a:rect b="b" l="l" r="r" t="t"/>
                    <a:pathLst>
                      <a:path extrusionOk="0" fill="none" h="295" w="191">
                        <a:moveTo>
                          <a:pt x="190" y="1"/>
                        </a:moveTo>
                        <a:cubicBezTo>
                          <a:pt x="124" y="96"/>
                          <a:pt x="62" y="195"/>
                          <a:pt x="1" y="295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5" name="Google Shape;925;p33"/>
                  <p:cNvSpPr/>
                  <p:nvPr/>
                </p:nvSpPr>
                <p:spPr>
                  <a:xfrm>
                    <a:off x="3028764" y="2550609"/>
                    <a:ext cx="11286" cy="19938"/>
                  </a:xfrm>
                  <a:custGeom>
                    <a:rect b="b" l="l" r="r" t="t"/>
                    <a:pathLst>
                      <a:path extrusionOk="0" fill="none" h="371" w="210">
                        <a:moveTo>
                          <a:pt x="1" y="1"/>
                        </a:moveTo>
                        <a:cubicBezTo>
                          <a:pt x="72" y="124"/>
                          <a:pt x="138" y="247"/>
                          <a:pt x="209" y="37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6" name="Google Shape;926;p33"/>
                  <p:cNvSpPr/>
                  <p:nvPr/>
                </p:nvSpPr>
                <p:spPr>
                  <a:xfrm>
                    <a:off x="2891022" y="2493588"/>
                    <a:ext cx="16338" cy="17359"/>
                  </a:xfrm>
                  <a:custGeom>
                    <a:rect b="b" l="l" r="r" t="t"/>
                    <a:pathLst>
                      <a:path extrusionOk="0" fill="none" h="323" w="304">
                        <a:moveTo>
                          <a:pt x="303" y="0"/>
                        </a:moveTo>
                        <a:lnTo>
                          <a:pt x="0" y="322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7" name="Google Shape;927;p33"/>
                  <p:cNvSpPr/>
                  <p:nvPr/>
                </p:nvSpPr>
                <p:spPr>
                  <a:xfrm>
                    <a:off x="2858400" y="2649925"/>
                    <a:ext cx="4138" cy="22249"/>
                  </a:xfrm>
                  <a:custGeom>
                    <a:rect b="b" l="l" r="r" t="t"/>
                    <a:pathLst>
                      <a:path extrusionOk="0" fill="none" h="414" w="77">
                        <a:moveTo>
                          <a:pt x="76" y="1"/>
                        </a:moveTo>
                        <a:cubicBezTo>
                          <a:pt x="53" y="138"/>
                          <a:pt x="29" y="276"/>
                          <a:pt x="1" y="413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8" name="Google Shape;928;p33"/>
                  <p:cNvSpPr/>
                  <p:nvPr/>
                </p:nvSpPr>
                <p:spPr>
                  <a:xfrm>
                    <a:off x="2957985" y="2751552"/>
                    <a:ext cx="16338" cy="6449"/>
                  </a:xfrm>
                  <a:custGeom>
                    <a:rect b="b" l="l" r="r" t="t"/>
                    <a:pathLst>
                      <a:path extrusionOk="0" fill="none" h="120" w="304">
                        <a:moveTo>
                          <a:pt x="1" y="1"/>
                        </a:moveTo>
                        <a:cubicBezTo>
                          <a:pt x="110" y="10"/>
                          <a:pt x="214" y="53"/>
                          <a:pt x="304" y="119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9" name="Google Shape;929;p33"/>
                  <p:cNvSpPr/>
                  <p:nvPr/>
                </p:nvSpPr>
                <p:spPr>
                  <a:xfrm>
                    <a:off x="3154091" y="2574310"/>
                    <a:ext cx="17359" cy="26011"/>
                  </a:xfrm>
                  <a:custGeom>
                    <a:rect b="b" l="l" r="r" t="t"/>
                    <a:pathLst>
                      <a:path extrusionOk="0" fill="none" h="484" w="323">
                        <a:moveTo>
                          <a:pt x="323" y="0"/>
                        </a:moveTo>
                        <a:cubicBezTo>
                          <a:pt x="214" y="162"/>
                          <a:pt x="109" y="323"/>
                          <a:pt x="0" y="484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0" name="Google Shape;930;p33"/>
                  <p:cNvSpPr/>
                  <p:nvPr/>
                </p:nvSpPr>
                <p:spPr>
                  <a:xfrm>
                    <a:off x="3076165" y="2706731"/>
                    <a:ext cx="7416" cy="18917"/>
                  </a:xfrm>
                  <a:custGeom>
                    <a:rect b="b" l="l" r="r" t="t"/>
                    <a:pathLst>
                      <a:path extrusionOk="0" fill="none" h="352" w="138">
                        <a:moveTo>
                          <a:pt x="0" y="1"/>
                        </a:moveTo>
                        <a:cubicBezTo>
                          <a:pt x="48" y="119"/>
                          <a:pt x="90" y="233"/>
                          <a:pt x="138" y="35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1" name="Google Shape;931;p33"/>
                  <p:cNvSpPr/>
                  <p:nvPr/>
                </p:nvSpPr>
                <p:spPr>
                  <a:xfrm>
                    <a:off x="3249592" y="2644873"/>
                    <a:ext cx="9996" cy="16338"/>
                  </a:xfrm>
                  <a:custGeom>
                    <a:rect b="b" l="l" r="r" t="t"/>
                    <a:pathLst>
                      <a:path extrusionOk="0" fill="none" h="304" w="186">
                        <a:moveTo>
                          <a:pt x="185" y="0"/>
                        </a:moveTo>
                        <a:cubicBezTo>
                          <a:pt x="95" y="81"/>
                          <a:pt x="29" y="185"/>
                          <a:pt x="1" y="303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2" name="Google Shape;932;p33"/>
                  <p:cNvSpPr/>
                  <p:nvPr/>
                </p:nvSpPr>
                <p:spPr>
                  <a:xfrm>
                    <a:off x="2803421" y="2738063"/>
                    <a:ext cx="3332" cy="20960"/>
                  </a:xfrm>
                  <a:custGeom>
                    <a:rect b="b" l="l" r="r" t="t"/>
                    <a:pathLst>
                      <a:path extrusionOk="0" fill="none" h="390" w="62">
                        <a:moveTo>
                          <a:pt x="38" y="1"/>
                        </a:moveTo>
                        <a:cubicBezTo>
                          <a:pt x="0" y="129"/>
                          <a:pt x="9" y="266"/>
                          <a:pt x="62" y="389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3" name="Google Shape;933;p33"/>
                  <p:cNvSpPr/>
                  <p:nvPr/>
                </p:nvSpPr>
                <p:spPr>
                  <a:xfrm>
                    <a:off x="3048648" y="2828458"/>
                    <a:ext cx="5159" cy="25044"/>
                  </a:xfrm>
                  <a:custGeom>
                    <a:rect b="b" l="l" r="r" t="t"/>
                    <a:pathLst>
                      <a:path extrusionOk="0" fill="none" h="466" w="96">
                        <a:moveTo>
                          <a:pt x="95" y="1"/>
                        </a:moveTo>
                        <a:cubicBezTo>
                          <a:pt x="62" y="157"/>
                          <a:pt x="34" y="309"/>
                          <a:pt x="1" y="465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4" name="Google Shape;934;p33"/>
                  <p:cNvSpPr/>
                  <p:nvPr/>
                </p:nvSpPr>
                <p:spPr>
                  <a:xfrm>
                    <a:off x="2754247" y="2550878"/>
                    <a:ext cx="11501" cy="22196"/>
                  </a:xfrm>
                  <a:custGeom>
                    <a:rect b="b" l="l" r="r" t="t"/>
                    <a:pathLst>
                      <a:path extrusionOk="0" fill="none" h="413" w="214">
                        <a:moveTo>
                          <a:pt x="0" y="0"/>
                        </a:moveTo>
                        <a:cubicBezTo>
                          <a:pt x="71" y="138"/>
                          <a:pt x="143" y="275"/>
                          <a:pt x="214" y="413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5" name="Google Shape;935;p33"/>
                  <p:cNvSpPr/>
                  <p:nvPr/>
                </p:nvSpPr>
                <p:spPr>
                  <a:xfrm>
                    <a:off x="2967927" y="2626279"/>
                    <a:ext cx="1344" cy="27301"/>
                  </a:xfrm>
                  <a:custGeom>
                    <a:rect b="b" l="l" r="r" t="t"/>
                    <a:pathLst>
                      <a:path extrusionOk="0" fill="none" h="508" w="25">
                        <a:moveTo>
                          <a:pt x="24" y="0"/>
                        </a:moveTo>
                        <a:cubicBezTo>
                          <a:pt x="19" y="171"/>
                          <a:pt x="10" y="341"/>
                          <a:pt x="0" y="507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6" name="Google Shape;936;p33"/>
                  <p:cNvSpPr/>
                  <p:nvPr/>
                </p:nvSpPr>
                <p:spPr>
                  <a:xfrm>
                    <a:off x="2784558" y="2442640"/>
                    <a:ext cx="22196" cy="8975"/>
                  </a:xfrm>
                  <a:custGeom>
                    <a:rect b="b" l="l" r="r" t="t"/>
                    <a:pathLst>
                      <a:path extrusionOk="0" fill="none" h="167" w="413">
                        <a:moveTo>
                          <a:pt x="413" y="0"/>
                        </a:moveTo>
                        <a:cubicBezTo>
                          <a:pt x="299" y="105"/>
                          <a:pt x="152" y="162"/>
                          <a:pt x="0" y="166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7" name="Google Shape;937;p33"/>
                  <p:cNvSpPr/>
                  <p:nvPr/>
                </p:nvSpPr>
                <p:spPr>
                  <a:xfrm>
                    <a:off x="2612152" y="2576620"/>
                    <a:ext cx="9942" cy="15048"/>
                  </a:xfrm>
                  <a:custGeom>
                    <a:rect b="b" l="l" r="r" t="t"/>
                    <a:pathLst>
                      <a:path extrusionOk="0" fill="none" h="280" w="185">
                        <a:moveTo>
                          <a:pt x="0" y="0"/>
                        </a:moveTo>
                        <a:lnTo>
                          <a:pt x="185" y="28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8" name="Google Shape;938;p33"/>
                  <p:cNvSpPr/>
                  <p:nvPr/>
                </p:nvSpPr>
                <p:spPr>
                  <a:xfrm>
                    <a:off x="2628167" y="2689695"/>
                    <a:ext cx="17359" cy="17359"/>
                  </a:xfrm>
                  <a:custGeom>
                    <a:rect b="b" l="l" r="r" t="t"/>
                    <a:pathLst>
                      <a:path extrusionOk="0" fill="none" h="323" w="323">
                        <a:moveTo>
                          <a:pt x="323" y="0"/>
                        </a:moveTo>
                        <a:cubicBezTo>
                          <a:pt x="195" y="81"/>
                          <a:pt x="81" y="190"/>
                          <a:pt x="1" y="322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9" name="Google Shape;939;p33"/>
                  <p:cNvSpPr/>
                  <p:nvPr/>
                </p:nvSpPr>
                <p:spPr>
                  <a:xfrm>
                    <a:off x="2521488" y="2723015"/>
                    <a:ext cx="7416" cy="21228"/>
                  </a:xfrm>
                  <a:custGeom>
                    <a:rect b="b" l="l" r="r" t="t"/>
                    <a:pathLst>
                      <a:path extrusionOk="0" fill="none" h="395" w="138">
                        <a:moveTo>
                          <a:pt x="0" y="1"/>
                        </a:moveTo>
                        <a:cubicBezTo>
                          <a:pt x="76" y="119"/>
                          <a:pt x="123" y="257"/>
                          <a:pt x="137" y="394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0" name="Google Shape;940;p33"/>
                  <p:cNvSpPr/>
                  <p:nvPr/>
                </p:nvSpPr>
                <p:spPr>
                  <a:xfrm>
                    <a:off x="2561204" y="2811153"/>
                    <a:ext cx="2580" cy="22464"/>
                  </a:xfrm>
                  <a:custGeom>
                    <a:rect b="b" l="l" r="r" t="t"/>
                    <a:pathLst>
                      <a:path extrusionOk="0" fill="none" h="418" w="48">
                        <a:moveTo>
                          <a:pt x="48" y="1"/>
                        </a:moveTo>
                        <a:cubicBezTo>
                          <a:pt x="29" y="138"/>
                          <a:pt x="15" y="275"/>
                          <a:pt x="0" y="418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1" name="Google Shape;941;p33"/>
                  <p:cNvSpPr/>
                  <p:nvPr/>
                </p:nvSpPr>
                <p:spPr>
                  <a:xfrm>
                    <a:off x="2512782" y="2911490"/>
                    <a:ext cx="19938" cy="8975"/>
                  </a:xfrm>
                  <a:custGeom>
                    <a:rect b="b" l="l" r="r" t="t"/>
                    <a:pathLst>
                      <a:path extrusionOk="0" fill="none" h="167" w="371">
                        <a:moveTo>
                          <a:pt x="1" y="167"/>
                        </a:moveTo>
                        <a:cubicBezTo>
                          <a:pt x="124" y="110"/>
                          <a:pt x="247" y="58"/>
                          <a:pt x="371" y="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2" name="Google Shape;942;p33"/>
                  <p:cNvSpPr/>
                  <p:nvPr/>
                </p:nvSpPr>
                <p:spPr>
                  <a:xfrm>
                    <a:off x="2656704" y="2878116"/>
                    <a:ext cx="2580" cy="23485"/>
                  </a:xfrm>
                  <a:custGeom>
                    <a:rect b="b" l="l" r="r" t="t"/>
                    <a:pathLst>
                      <a:path extrusionOk="0" fill="none" h="437" w="48">
                        <a:moveTo>
                          <a:pt x="48" y="1"/>
                        </a:moveTo>
                        <a:cubicBezTo>
                          <a:pt x="29" y="148"/>
                          <a:pt x="15" y="295"/>
                          <a:pt x="0" y="437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3" name="Google Shape;943;p33"/>
                  <p:cNvSpPr/>
                  <p:nvPr/>
                </p:nvSpPr>
                <p:spPr>
                  <a:xfrm>
                    <a:off x="2748389" y="2837164"/>
                    <a:ext cx="13812" cy="15048"/>
                  </a:xfrm>
                  <a:custGeom>
                    <a:rect b="b" l="l" r="r" t="t"/>
                    <a:pathLst>
                      <a:path extrusionOk="0" fill="none" h="280" w="257">
                        <a:moveTo>
                          <a:pt x="0" y="0"/>
                        </a:moveTo>
                        <a:lnTo>
                          <a:pt x="256" y="28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4" name="Google Shape;944;p33"/>
                  <p:cNvSpPr/>
                  <p:nvPr/>
                </p:nvSpPr>
                <p:spPr>
                  <a:xfrm>
                    <a:off x="2775636" y="2926269"/>
                    <a:ext cx="16123" cy="21175"/>
                  </a:xfrm>
                  <a:custGeom>
                    <a:rect b="b" l="l" r="r" t="t"/>
                    <a:pathLst>
                      <a:path extrusionOk="0" fill="none" h="394" w="300">
                        <a:moveTo>
                          <a:pt x="299" y="1"/>
                        </a:moveTo>
                        <a:cubicBezTo>
                          <a:pt x="200" y="133"/>
                          <a:pt x="100" y="266"/>
                          <a:pt x="0" y="394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5" name="Google Shape;945;p33"/>
                  <p:cNvSpPr/>
                  <p:nvPr/>
                </p:nvSpPr>
                <p:spPr>
                  <a:xfrm>
                    <a:off x="2855122" y="2843506"/>
                    <a:ext cx="11232" cy="16123"/>
                  </a:xfrm>
                  <a:custGeom>
                    <a:rect b="b" l="l" r="r" t="t"/>
                    <a:pathLst>
                      <a:path extrusionOk="0" fill="none" h="300" w="209">
                        <a:moveTo>
                          <a:pt x="0" y="0"/>
                        </a:moveTo>
                        <a:lnTo>
                          <a:pt x="209" y="299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946" name="Google Shape;946;p33"/>
                <p:cNvGrpSpPr/>
                <p:nvPr/>
              </p:nvGrpSpPr>
              <p:grpSpPr>
                <a:xfrm>
                  <a:off x="2807989" y="2690178"/>
                  <a:ext cx="752395" cy="324551"/>
                  <a:chOff x="2807989" y="2690178"/>
                  <a:chExt cx="752395" cy="324551"/>
                </a:xfrm>
              </p:grpSpPr>
              <p:sp>
                <p:nvSpPr>
                  <p:cNvPr id="947" name="Google Shape;947;p33"/>
                  <p:cNvSpPr/>
                  <p:nvPr/>
                </p:nvSpPr>
                <p:spPr>
                  <a:xfrm>
                    <a:off x="3019627" y="2690178"/>
                    <a:ext cx="540757" cy="287361"/>
                  </a:xfrm>
                  <a:custGeom>
                    <a:rect b="b" l="l" r="r" t="t"/>
                    <a:pathLst>
                      <a:path extrusionOk="0" h="5347" w="10062">
                        <a:moveTo>
                          <a:pt x="2678" y="1"/>
                        </a:moveTo>
                        <a:lnTo>
                          <a:pt x="0" y="5346"/>
                        </a:lnTo>
                        <a:lnTo>
                          <a:pt x="7379" y="5346"/>
                        </a:lnTo>
                        <a:lnTo>
                          <a:pt x="10061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8" name="Google Shape;948;p33"/>
                  <p:cNvSpPr/>
                  <p:nvPr/>
                </p:nvSpPr>
                <p:spPr>
                  <a:xfrm>
                    <a:off x="2807989" y="2977486"/>
                    <a:ext cx="608204" cy="37244"/>
                  </a:xfrm>
                  <a:custGeom>
                    <a:rect b="b" l="l" r="r" t="t"/>
                    <a:pathLst>
                      <a:path extrusionOk="0" h="693" w="11317">
                        <a:moveTo>
                          <a:pt x="0" y="0"/>
                        </a:moveTo>
                        <a:cubicBezTo>
                          <a:pt x="0" y="384"/>
                          <a:pt x="308" y="692"/>
                          <a:pt x="692" y="692"/>
                        </a:cubicBezTo>
                        <a:lnTo>
                          <a:pt x="10625" y="692"/>
                        </a:lnTo>
                        <a:cubicBezTo>
                          <a:pt x="10625" y="692"/>
                          <a:pt x="11037" y="536"/>
                          <a:pt x="11317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9" name="Google Shape;949;p33"/>
                  <p:cNvSpPr/>
                  <p:nvPr/>
                </p:nvSpPr>
                <p:spPr>
                  <a:xfrm>
                    <a:off x="2989800" y="2980764"/>
                    <a:ext cx="27086" cy="32675"/>
                  </a:xfrm>
                  <a:custGeom>
                    <a:rect b="b" l="l" r="r" t="t"/>
                    <a:pathLst>
                      <a:path extrusionOk="0" fill="none" h="608" w="504">
                        <a:moveTo>
                          <a:pt x="1" y="607"/>
                        </a:moveTo>
                        <a:cubicBezTo>
                          <a:pt x="276" y="532"/>
                          <a:pt x="480" y="290"/>
                          <a:pt x="503" y="1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lt1"/>
                    </a:solidFill>
                    <a:prstDash val="solid"/>
                    <a:miter lim="4738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0" name="Google Shape;950;p33"/>
                  <p:cNvSpPr/>
                  <p:nvPr/>
                </p:nvSpPr>
                <p:spPr>
                  <a:xfrm>
                    <a:off x="3275066" y="2816258"/>
                    <a:ext cx="45144" cy="45144"/>
                  </a:xfrm>
                  <a:custGeom>
                    <a:rect b="b" l="l" r="r" t="t"/>
                    <a:pathLst>
                      <a:path extrusionOk="0" h="840" w="840">
                        <a:moveTo>
                          <a:pt x="417" y="0"/>
                        </a:moveTo>
                        <a:cubicBezTo>
                          <a:pt x="185" y="0"/>
                          <a:pt x="0" y="190"/>
                          <a:pt x="0" y="417"/>
                        </a:cubicBezTo>
                        <a:cubicBezTo>
                          <a:pt x="0" y="650"/>
                          <a:pt x="185" y="839"/>
                          <a:pt x="417" y="839"/>
                        </a:cubicBezTo>
                        <a:cubicBezTo>
                          <a:pt x="650" y="839"/>
                          <a:pt x="839" y="650"/>
                          <a:pt x="839" y="417"/>
                        </a:cubicBezTo>
                        <a:cubicBezTo>
                          <a:pt x="839" y="190"/>
                          <a:pt x="650" y="0"/>
                          <a:pt x="41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51" name="Google Shape;951;p33"/>
              <p:cNvSpPr/>
              <p:nvPr/>
            </p:nvSpPr>
            <p:spPr>
              <a:xfrm>
                <a:off x="915179" y="4121986"/>
                <a:ext cx="2825996" cy="54"/>
              </a:xfrm>
              <a:custGeom>
                <a:rect b="b" l="l" r="r" t="t"/>
                <a:pathLst>
                  <a:path extrusionOk="0" fill="none" h="1" w="52584">
                    <a:moveTo>
                      <a:pt x="52584" y="1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miter lim="47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2" name="Google Shape;952;p33"/>
            <p:cNvGrpSpPr/>
            <p:nvPr/>
          </p:nvGrpSpPr>
          <p:grpSpPr>
            <a:xfrm rot="-5400000">
              <a:off x="755839" y="1072367"/>
              <a:ext cx="315666" cy="279859"/>
              <a:chOff x="668189" y="4388392"/>
              <a:chExt cx="315666" cy="279859"/>
            </a:xfrm>
          </p:grpSpPr>
          <p:sp>
            <p:nvSpPr>
              <p:cNvPr id="953" name="Google Shape;953;p33"/>
              <p:cNvSpPr/>
              <p:nvPr/>
            </p:nvSpPr>
            <p:spPr>
              <a:xfrm flipH="1">
                <a:off x="864810" y="4388392"/>
                <a:ext cx="119045" cy="119346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33"/>
              <p:cNvSpPr/>
              <p:nvPr/>
            </p:nvSpPr>
            <p:spPr>
              <a:xfrm flipH="1">
                <a:off x="668189" y="4402925"/>
                <a:ext cx="90072" cy="90300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33"/>
              <p:cNvSpPr/>
              <p:nvPr/>
            </p:nvSpPr>
            <p:spPr>
              <a:xfrm flipH="1">
                <a:off x="713225" y="4548900"/>
                <a:ext cx="119050" cy="119351"/>
              </a:xfrm>
              <a:custGeom>
                <a:rect b="b" l="l" r="r" t="t"/>
                <a:pathLst>
                  <a:path extrusionOk="0" h="1982" w="1977">
                    <a:moveTo>
                      <a:pt x="986" y="1"/>
                    </a:moveTo>
                    <a:cubicBezTo>
                      <a:pt x="806" y="659"/>
                      <a:pt x="659" y="811"/>
                      <a:pt x="0" y="991"/>
                    </a:cubicBezTo>
                    <a:cubicBezTo>
                      <a:pt x="659" y="1171"/>
                      <a:pt x="806" y="1323"/>
                      <a:pt x="986" y="1981"/>
                    </a:cubicBezTo>
                    <a:cubicBezTo>
                      <a:pt x="1171" y="1323"/>
                      <a:pt x="1318" y="1171"/>
                      <a:pt x="1977" y="991"/>
                    </a:cubicBezTo>
                    <a:cubicBezTo>
                      <a:pt x="1318" y="811"/>
                      <a:pt x="1171" y="659"/>
                      <a:pt x="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rtual Learning School Center by Slidesgo">
  <a:themeElements>
    <a:clrScheme name="Simple Light">
      <a:dk1>
        <a:srgbClr val="313642"/>
      </a:dk1>
      <a:lt1>
        <a:srgbClr val="FFFFFF"/>
      </a:lt1>
      <a:dk2>
        <a:srgbClr val="F8F8F8"/>
      </a:dk2>
      <a:lt2>
        <a:srgbClr val="E06F5B"/>
      </a:lt2>
      <a:accent1>
        <a:srgbClr val="78CD72"/>
      </a:accent1>
      <a:accent2>
        <a:srgbClr val="857FF0"/>
      </a:accent2>
      <a:accent3>
        <a:srgbClr val="E8C245"/>
      </a:accent3>
      <a:accent4>
        <a:srgbClr val="595959"/>
      </a:accent4>
      <a:accent5>
        <a:srgbClr val="FFFFFF"/>
      </a:accent5>
      <a:accent6>
        <a:srgbClr val="FFFFFF"/>
      </a:accent6>
      <a:hlink>
        <a:srgbClr val="31364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